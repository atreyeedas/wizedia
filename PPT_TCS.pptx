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theme/theme2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Lst>
  <p:notesMasterIdLst>
    <p:notesMasterId r:id="rId38"/>
  </p:notes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3.xml"/><Relationship Id="rId39" Type="http://schemas.openxmlformats.org/officeDocument/2006/relationships/presProps" Target="presProps.xml"/><Relationship Id="rId21" Type="http://schemas.openxmlformats.org/officeDocument/2006/relationships/slideMaster" Target="slideMasters/slideMaster21.xml"/><Relationship Id="rId34" Type="http://schemas.openxmlformats.org/officeDocument/2006/relationships/slide" Target="slides/slide11.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xml"/><Relationship Id="rId32" Type="http://schemas.openxmlformats.org/officeDocument/2006/relationships/slide" Target="slides/slide9.xml"/><Relationship Id="rId37" Type="http://schemas.openxmlformats.org/officeDocument/2006/relationships/slide" Target="slides/slide14.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5.xml"/><Relationship Id="rId36" Type="http://schemas.openxmlformats.org/officeDocument/2006/relationships/slide" Target="slides/slide13.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slide" Target="slides/slide12.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spPr>
              <a:noFill/>
              <a:ln>
                <a:noFill/>
              </a:ln>
              <a:effectLst/>
            </c:spPr>
            <c:txPr>
              <a:bodyPr wrap="none"/>
              <a:lstStyle/>
              <a:p>
                <a:pPr>
                  <a:defRPr sz="1000" b="0" strike="noStrike" spc="-1">
                    <a:solidFill>
                      <a:srgbClr val="000000"/>
                    </a:solidFill>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extLst>
            <c:ext xmlns:c16="http://schemas.microsoft.com/office/drawing/2014/chart" uri="{C3380CC4-5D6E-409C-BE32-E72D297353CC}">
              <c16:uniqueId val="{00000000-76A3-4681-99AD-5103CAC371C2}"/>
            </c:ext>
          </c:extLst>
        </c:ser>
        <c:ser>
          <c:idx val="1"/>
          <c:order val="1"/>
          <c:tx>
            <c:strRef>
              <c:f>label 1</c:f>
              <c:strCache>
                <c:ptCount val="1"/>
                <c:pt idx="0">
                  <c:v>Column 2</c:v>
                </c:pt>
              </c:strCache>
            </c:strRef>
          </c:tx>
          <c:spPr>
            <a:solidFill>
              <a:srgbClr val="FF420E"/>
            </a:solidFill>
            <a:ln w="0">
              <a:noFill/>
            </a:ln>
          </c:spPr>
          <c:invertIfNegative val="0"/>
          <c:dLbls>
            <c:spPr>
              <a:noFill/>
              <a:ln>
                <a:noFill/>
              </a:ln>
              <a:effectLst/>
            </c:spPr>
            <c:txPr>
              <a:bodyPr wrap="none"/>
              <a:lstStyle/>
              <a:p>
                <a:pPr>
                  <a:defRPr sz="1000" b="0" strike="noStrike" spc="-1">
                    <a:solidFill>
                      <a:srgbClr val="000000"/>
                    </a:solidFill>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8.8000000000000007</c:v>
                </c:pt>
                <c:pt idx="2">
                  <c:v>1.5</c:v>
                </c:pt>
                <c:pt idx="3">
                  <c:v>9.02</c:v>
                </c:pt>
              </c:numCache>
            </c:numRef>
          </c:val>
          <c:extLst>
            <c:ext xmlns:c16="http://schemas.microsoft.com/office/drawing/2014/chart" uri="{C3380CC4-5D6E-409C-BE32-E72D297353CC}">
              <c16:uniqueId val="{00000001-76A3-4681-99AD-5103CAC371C2}"/>
            </c:ext>
          </c:extLst>
        </c:ser>
        <c:ser>
          <c:idx val="2"/>
          <c:order val="2"/>
          <c:tx>
            <c:strRef>
              <c:f>label 2</c:f>
              <c:strCache>
                <c:ptCount val="1"/>
                <c:pt idx="0">
                  <c:v>Column 3</c:v>
                </c:pt>
              </c:strCache>
            </c:strRef>
          </c:tx>
          <c:spPr>
            <a:solidFill>
              <a:srgbClr val="FFD320"/>
            </a:solidFill>
            <a:ln w="0">
              <a:noFill/>
            </a:ln>
          </c:spPr>
          <c:invertIfNegative val="0"/>
          <c:dLbls>
            <c:spPr>
              <a:noFill/>
              <a:ln>
                <a:noFill/>
              </a:ln>
              <a:effectLst/>
            </c:spPr>
            <c:txPr>
              <a:bodyPr wrap="none"/>
              <a:lstStyle/>
              <a:p>
                <a:pPr>
                  <a:defRPr sz="1000" b="0" strike="noStrike" spc="-1">
                    <a:solidFill>
                      <a:srgbClr val="000000"/>
                    </a:solidFill>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extLst>
            <c:ext xmlns:c16="http://schemas.microsoft.com/office/drawing/2014/chart" uri="{C3380CC4-5D6E-409C-BE32-E72D297353CC}">
              <c16:uniqueId val="{00000002-76A3-4681-99AD-5103CAC371C2}"/>
            </c:ext>
          </c:extLst>
        </c:ser>
        <c:dLbls>
          <c:showLegendKey val="0"/>
          <c:showVal val="0"/>
          <c:showCatName val="0"/>
          <c:showSerName val="0"/>
          <c:showPercent val="0"/>
          <c:showBubbleSize val="0"/>
        </c:dLbls>
        <c:gapWidth val="100"/>
        <c:axId val="46054127"/>
        <c:axId val="51076664"/>
      </c:barChart>
      <c:catAx>
        <c:axId val="46054127"/>
        <c:scaling>
          <c:orientation val="minMax"/>
        </c:scaling>
        <c:delete val="0"/>
        <c:axPos val="b"/>
        <c:numFmt formatCode="General" sourceLinked="1"/>
        <c:majorTickMark val="out"/>
        <c:minorTickMark val="none"/>
        <c:tickLblPos val="nextTo"/>
        <c:spPr>
          <a:ln w="0">
            <a:solidFill>
              <a:srgbClr val="B3B3B3"/>
            </a:solidFill>
          </a:ln>
        </c:spPr>
        <c:txPr>
          <a:bodyPr/>
          <a:lstStyle/>
          <a:p>
            <a:pPr>
              <a:defRPr sz="1000" b="0" strike="noStrike" spc="-1">
                <a:solidFill>
                  <a:srgbClr val="000000"/>
                </a:solidFill>
                <a:latin typeface="Arial"/>
              </a:defRPr>
            </a:pPr>
            <a:endParaRPr lang="en-US"/>
          </a:p>
        </c:txPr>
        <c:crossAx val="51076664"/>
        <c:crosses val="autoZero"/>
        <c:auto val="1"/>
        <c:lblAlgn val="ctr"/>
        <c:lblOffset val="100"/>
        <c:noMultiLvlLbl val="0"/>
      </c:catAx>
      <c:valAx>
        <c:axId val="51076664"/>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strike="noStrike" spc="-1">
                <a:solidFill>
                  <a:srgbClr val="000000"/>
                </a:solidFill>
                <a:latin typeface="Arial"/>
              </a:defRPr>
            </a:pPr>
            <a:endParaRPr lang="en-US"/>
          </a:p>
        </c:txPr>
        <c:crossAx val="46054127"/>
        <c:crosses val="autoZero"/>
        <c:crossBetween val="between"/>
      </c:valAx>
      <c:spPr>
        <a:noFill/>
        <a:ln w="0">
          <a:solidFill>
            <a:srgbClr val="B3B3B3"/>
          </a:solidFill>
        </a:ln>
      </c:spPr>
    </c:plotArea>
    <c:plotVisOnly val="1"/>
    <c:dispBlanksAs val="gap"/>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8"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102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103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031" name="PlaceHolder 4"/>
          <p:cNvSpPr>
            <a:spLocks noGrp="1"/>
          </p:cNvSpPr>
          <p:nvPr>
            <p:ph type="dt" idx="17"/>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032" name="PlaceHolder 5"/>
          <p:cNvSpPr>
            <a:spLocks noGrp="1"/>
          </p:cNvSpPr>
          <p:nvPr>
            <p:ph type="ftr" idx="18"/>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033" name="PlaceHolder 6"/>
          <p:cNvSpPr>
            <a:spLocks noGrp="1"/>
          </p:cNvSpPr>
          <p:nvPr>
            <p:ph type="sldNum" idx="1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BA22B12B-062C-47DC-92ED-F5279E93738E}"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685800" y="1143000"/>
            <a:ext cx="5485320" cy="3085200"/>
          </a:xfrm>
          <a:prstGeom prst="rect">
            <a:avLst/>
          </a:prstGeom>
          <a:ln w="0">
            <a:noFill/>
          </a:ln>
        </p:spPr>
      </p:sp>
      <p:sp>
        <p:nvSpPr>
          <p:cNvPr id="114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600" b="1" strike="noStrike" spc="-1">
                <a:solidFill>
                  <a:srgbClr val="000000"/>
                </a:solidFill>
                <a:latin typeface="Arial"/>
              </a:rPr>
              <a:t>Changing an icon:</a:t>
            </a:r>
            <a:endParaRPr lang="en-US" sz="600" b="0" strike="noStrike" spc="-1">
              <a:solidFill>
                <a:srgbClr val="000000"/>
              </a:solidFill>
              <a:latin typeface="Arial"/>
            </a:endParaRPr>
          </a:p>
          <a:p>
            <a:pPr marL="88920" indent="-88920">
              <a:lnSpc>
                <a:spcPct val="100000"/>
              </a:lnSpc>
              <a:buClr>
                <a:srgbClr val="000000"/>
              </a:buClr>
              <a:buFont typeface="Arial"/>
              <a:buChar char="•"/>
              <a:tabLst>
                <a:tab pos="0" algn="l"/>
              </a:tabLst>
            </a:pPr>
            <a:r>
              <a:rPr lang="en-US" sz="600" b="0" strike="noStrike" spc="-1">
                <a:solidFill>
                  <a:srgbClr val="000000"/>
                </a:solidFill>
                <a:latin typeface="Arial"/>
              </a:rPr>
              <a:t>Select the new icon from the icon set </a:t>
            </a:r>
          </a:p>
          <a:p>
            <a:pPr marL="88920" indent="-88920">
              <a:lnSpc>
                <a:spcPct val="100000"/>
              </a:lnSpc>
              <a:buClr>
                <a:srgbClr val="000000"/>
              </a:buClr>
              <a:buFont typeface="Arial"/>
              <a:buChar char="•"/>
              <a:tabLst>
                <a:tab pos="0" algn="l"/>
              </a:tabLst>
            </a:pPr>
            <a:r>
              <a:rPr lang="en-US" sz="600" b="0" strike="noStrike" spc="-1">
                <a:solidFill>
                  <a:srgbClr val="000000"/>
                </a:solidFill>
                <a:latin typeface="Arial"/>
              </a:rPr>
              <a:t>available at the end of this presentation</a:t>
            </a:r>
          </a:p>
          <a:p>
            <a:pPr marL="88920" indent="-88920">
              <a:lnSpc>
                <a:spcPct val="100000"/>
              </a:lnSpc>
              <a:buClr>
                <a:srgbClr val="000000"/>
              </a:buClr>
              <a:buFont typeface="Arial"/>
              <a:buChar char="•"/>
              <a:tabLst>
                <a:tab pos="0" algn="l"/>
              </a:tabLst>
            </a:pPr>
            <a:r>
              <a:rPr lang="en-US" sz="600" b="0" strike="noStrike" spc="-1">
                <a:solidFill>
                  <a:srgbClr val="000000"/>
                </a:solidFill>
                <a:latin typeface="Arial"/>
              </a:rPr>
              <a:t>Copy and paste it wherever needed directly </a:t>
            </a:r>
          </a:p>
          <a:p>
            <a:pPr indent="0">
              <a:lnSpc>
                <a:spcPct val="100000"/>
              </a:lnSpc>
              <a:buNone/>
              <a:tabLst>
                <a:tab pos="0" algn="l"/>
              </a:tabLst>
            </a:pPr>
            <a:r>
              <a:rPr lang="en-US" sz="600" b="0" strike="noStrike" spc="-1">
                <a:solidFill>
                  <a:srgbClr val="000000"/>
                </a:solidFill>
                <a:latin typeface="Arial"/>
              </a:rPr>
              <a:t>      (no need to save) </a:t>
            </a:r>
          </a:p>
          <a:p>
            <a:pPr marL="88920" indent="-88920">
              <a:lnSpc>
                <a:spcPct val="100000"/>
              </a:lnSpc>
              <a:buClr>
                <a:srgbClr val="000000"/>
              </a:buClr>
              <a:buFont typeface="Arial"/>
              <a:buChar char="•"/>
              <a:tabLst>
                <a:tab pos="0" algn="l"/>
              </a:tabLst>
            </a:pPr>
            <a:r>
              <a:rPr lang="en-US" sz="600" b="0" strike="noStrike" spc="-1">
                <a:solidFill>
                  <a:srgbClr val="000000"/>
                </a:solidFill>
                <a:latin typeface="Arial"/>
              </a:rPr>
              <a:t>To change the outline color of the icon, </a:t>
            </a:r>
          </a:p>
          <a:p>
            <a:pPr indent="0">
              <a:lnSpc>
                <a:spcPct val="100000"/>
              </a:lnSpc>
              <a:buNone/>
              <a:tabLst>
                <a:tab pos="0" algn="l"/>
              </a:tabLst>
            </a:pPr>
            <a:r>
              <a:rPr lang="en-US" sz="600" b="0" strike="noStrike" spc="-1">
                <a:solidFill>
                  <a:srgbClr val="000000"/>
                </a:solidFill>
                <a:latin typeface="Arial"/>
              </a:rPr>
              <a:t>      select the icon and select “Outline - Black/White/Blue".</a:t>
            </a:r>
            <a:r>
              <a:rPr lang="en-US" sz="800" b="0" strike="noStrike" spc="-1">
                <a:solidFill>
                  <a:srgbClr val="000000"/>
                </a:solidFill>
                <a:latin typeface="Arial"/>
              </a:rPr>
              <a:t> </a:t>
            </a:r>
          </a:p>
          <a:p>
            <a:pPr indent="0">
              <a:lnSpc>
                <a:spcPct val="100000"/>
              </a:lnSpc>
              <a:buNone/>
              <a:tabLst>
                <a:tab pos="0" algn="l"/>
              </a:tabLst>
            </a:pPr>
            <a:endParaRPr lang="en-US" sz="800" b="0" strike="noStrike" spc="-1">
              <a:solidFill>
                <a:srgbClr val="000000"/>
              </a:solidFill>
              <a:latin typeface="Arial"/>
            </a:endParaRPr>
          </a:p>
        </p:txBody>
      </p:sp>
      <p:sp>
        <p:nvSpPr>
          <p:cNvPr id="1143" name="PlaceHolder 3"/>
          <p:cNvSpPr>
            <a:spLocks noGrp="1"/>
          </p:cNvSpPr>
          <p:nvPr>
            <p:ph type="sldNum" idx="21"/>
          </p:nvPr>
        </p:nvSpPr>
        <p:spPr>
          <a:xfrm>
            <a:off x="3884760" y="8685360"/>
            <a:ext cx="2970720" cy="45756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strike="noStrike" spc="-1">
                <a:solidFill>
                  <a:srgbClr val="000000"/>
                </a:solidFill>
                <a:latin typeface="Aptos"/>
                <a:ea typeface="+mn-ea"/>
              </a:defRPr>
            </a:lvl1pPr>
          </a:lstStyle>
          <a:p>
            <a:pPr indent="0" algn="r" defTabSz="457200">
              <a:lnSpc>
                <a:spcPct val="100000"/>
              </a:lnSpc>
              <a:buNone/>
              <a:tabLst>
                <a:tab pos="0" algn="l"/>
              </a:tabLst>
            </a:pPr>
            <a:fld id="{18392399-7BAC-412B-9412-29A4D54AE843}" type="slidenum">
              <a:rPr lang="en-US" sz="1200" b="0" strike="noStrike" spc="-1">
                <a:solidFill>
                  <a:srgbClr val="000000"/>
                </a:solidFill>
                <a:latin typeface="Aptos"/>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685800" y="1143000"/>
            <a:ext cx="5485320" cy="3085200"/>
          </a:xfrm>
          <a:prstGeom prst="rect">
            <a:avLst/>
          </a:prstGeom>
          <a:ln w="0">
            <a:noFill/>
          </a:ln>
        </p:spPr>
      </p:sp>
      <p:sp>
        <p:nvSpPr>
          <p:cNvPr id="114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600" b="1" strike="noStrike" spc="-1">
                <a:solidFill>
                  <a:schemeClr val="lt1"/>
                </a:solidFill>
                <a:latin typeface="Arial"/>
              </a:rPr>
              <a:t>Changing image:</a:t>
            </a:r>
            <a:endParaRPr lang="en-US" sz="600" b="0" strike="noStrike" spc="-1">
              <a:solidFill>
                <a:srgbClr val="000000"/>
              </a:solidFill>
              <a:latin typeface="Arial"/>
            </a:endParaRPr>
          </a:p>
          <a:p>
            <a:pPr marL="88920" indent="-88920">
              <a:lnSpc>
                <a:spcPct val="100000"/>
              </a:lnSpc>
              <a:buClr>
                <a:srgbClr val="000000"/>
              </a:buClr>
              <a:buFont typeface="Arial"/>
              <a:buChar char="•"/>
              <a:tabLst>
                <a:tab pos="0" algn="l"/>
              </a:tabLst>
            </a:pPr>
            <a:r>
              <a:rPr lang="en-US" sz="600" b="0" strike="noStrike" spc="-1">
                <a:solidFill>
                  <a:schemeClr val="lt1"/>
                </a:solidFill>
                <a:latin typeface="Arial"/>
              </a:rPr>
              <a:t>Select image</a:t>
            </a:r>
            <a:endParaRPr lang="en-US" sz="600" b="0" strike="noStrike" spc="-1">
              <a:solidFill>
                <a:srgbClr val="000000"/>
              </a:solidFill>
              <a:latin typeface="Arial"/>
            </a:endParaRPr>
          </a:p>
          <a:p>
            <a:pPr marL="88920" indent="-88920">
              <a:lnSpc>
                <a:spcPct val="100000"/>
              </a:lnSpc>
              <a:buClr>
                <a:srgbClr val="000000"/>
              </a:buClr>
              <a:buFont typeface="Arial"/>
              <a:buChar char="•"/>
              <a:tabLst>
                <a:tab pos="0" algn="l"/>
              </a:tabLst>
            </a:pPr>
            <a:r>
              <a:rPr lang="en-US" sz="600" b="0" strike="noStrike" spc="-1">
                <a:solidFill>
                  <a:schemeClr val="lt1"/>
                </a:solidFill>
                <a:latin typeface="Arial"/>
              </a:rPr>
              <a:t>Right click, select “Change picture”</a:t>
            </a:r>
            <a:endParaRPr lang="en-US" sz="600" b="0" strike="noStrike" spc="-1">
              <a:solidFill>
                <a:srgbClr val="000000"/>
              </a:solidFill>
              <a:latin typeface="Arial"/>
            </a:endParaRPr>
          </a:p>
          <a:p>
            <a:pPr marL="88920" indent="-88920">
              <a:lnSpc>
                <a:spcPct val="100000"/>
              </a:lnSpc>
              <a:buClr>
                <a:srgbClr val="000000"/>
              </a:buClr>
              <a:buFont typeface="Arial"/>
              <a:buChar char="•"/>
              <a:tabLst>
                <a:tab pos="0" algn="l"/>
              </a:tabLst>
            </a:pPr>
            <a:r>
              <a:rPr lang="en-US" sz="600" b="0" strike="noStrike" spc="-1">
                <a:solidFill>
                  <a:schemeClr val="lt1"/>
                </a:solidFill>
                <a:latin typeface="Arial"/>
              </a:rPr>
              <a:t>Select “This device” or any other source</a:t>
            </a:r>
            <a:endParaRPr lang="en-US" sz="600" b="0" strike="noStrike" spc="-1">
              <a:solidFill>
                <a:srgbClr val="000000"/>
              </a:solidFill>
              <a:latin typeface="Arial"/>
            </a:endParaRPr>
          </a:p>
          <a:p>
            <a:pPr marL="88920" indent="-88920">
              <a:lnSpc>
                <a:spcPct val="100000"/>
              </a:lnSpc>
              <a:buClr>
                <a:srgbClr val="000000"/>
              </a:buClr>
              <a:buFont typeface="Arial"/>
              <a:buChar char="•"/>
              <a:tabLst>
                <a:tab pos="0" algn="l"/>
              </a:tabLst>
            </a:pPr>
            <a:r>
              <a:rPr lang="en-US" sz="600" b="0" strike="noStrike" spc="-1">
                <a:solidFill>
                  <a:schemeClr val="lt1"/>
                </a:solidFill>
                <a:latin typeface="Arial"/>
              </a:rPr>
              <a:t>Select the image for replacement</a:t>
            </a:r>
            <a:endParaRPr lang="en-US" sz="600" b="0" strike="noStrike" spc="-1">
              <a:solidFill>
                <a:srgbClr val="000000"/>
              </a:solidFill>
              <a:latin typeface="Arial"/>
            </a:endParaRPr>
          </a:p>
          <a:p>
            <a:pPr marL="88920" indent="-88920">
              <a:lnSpc>
                <a:spcPct val="100000"/>
              </a:lnSpc>
              <a:buClr>
                <a:srgbClr val="000000"/>
              </a:buClr>
              <a:buFont typeface="Arial"/>
              <a:buChar char="•"/>
              <a:tabLst>
                <a:tab pos="0" algn="l"/>
              </a:tabLst>
            </a:pPr>
            <a:r>
              <a:rPr lang="en-US" sz="600" b="0" strike="noStrike" spc="-1">
                <a:solidFill>
                  <a:schemeClr val="lt1"/>
                </a:solidFill>
                <a:latin typeface="Arial"/>
              </a:rPr>
              <a:t>Right click and select “send to back” option</a:t>
            </a:r>
            <a:endParaRPr lang="en-US" sz="600" b="0" strike="noStrike" spc="-1">
              <a:solidFill>
                <a:srgbClr val="000000"/>
              </a:solidFill>
              <a:latin typeface="Arial"/>
            </a:endParaRPr>
          </a:p>
          <a:p>
            <a:pPr indent="0">
              <a:lnSpc>
                <a:spcPct val="100000"/>
              </a:lnSpc>
              <a:buNone/>
              <a:tabLst>
                <a:tab pos="0" algn="l"/>
              </a:tabLst>
            </a:pPr>
            <a:endParaRPr lang="en-US" sz="600" b="0" strike="noStrike" spc="-1">
              <a:solidFill>
                <a:srgbClr val="000000"/>
              </a:solidFill>
              <a:latin typeface="Arial"/>
            </a:endParaRPr>
          </a:p>
        </p:txBody>
      </p:sp>
      <p:sp>
        <p:nvSpPr>
          <p:cNvPr id="1146" name="PlaceHolder 3"/>
          <p:cNvSpPr>
            <a:spLocks noGrp="1"/>
          </p:cNvSpPr>
          <p:nvPr>
            <p:ph type="sldNum" idx="22"/>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EC27B9D3-7838-4F1D-B6B2-AAE4C5AAB2CA}" type="slidenum">
              <a:rPr lang="en-US" sz="1200" b="0" strike="noStrike" spc="-1">
                <a:solidFill>
                  <a:srgbClr val="000000"/>
                </a:solidFill>
                <a:latin typeface="Times New Roman"/>
              </a:rPr>
              <a:t>12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685800" y="1143000"/>
            <a:ext cx="5484813" cy="3084513"/>
          </a:xfrm>
          <a:prstGeom prst="rect">
            <a:avLst/>
          </a:prstGeom>
          <a:ln w="0">
            <a:noFill/>
          </a:ln>
        </p:spPr>
      </p:sp>
      <p:sp>
        <p:nvSpPr>
          <p:cNvPr id="114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149" name="PlaceHolder 3"/>
          <p:cNvSpPr>
            <a:spLocks noGrp="1"/>
          </p:cNvSpPr>
          <p:nvPr>
            <p:ph type="sldNum" idx="23"/>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8F342607-2F75-4A58-AC64-784CA90CB6D6}" type="slidenum">
              <a:rPr lang="en-US" sz="1200" b="0" strike="noStrike" spc="-1">
                <a:solidFill>
                  <a:srgbClr val="000000"/>
                </a:solidFill>
                <a:latin typeface="Times New Roman"/>
              </a:rPr>
              <a:t>13</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and Conten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49030220-FAEE-4BE8-9085-196EBB293B7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 Only">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lstStyle/>
          <a:p>
            <a:r>
              <a:t>Footer</a:t>
            </a:r>
          </a:p>
        </p:txBody>
      </p:sp>
      <p:sp>
        <p:nvSpPr>
          <p:cNvPr id="3" name="PlaceHolder 2"/>
          <p:cNvSpPr>
            <a:spLocks noGrp="1"/>
          </p:cNvSpPr>
          <p:nvPr>
            <p:ph type="sldNum" idx="4"/>
          </p:nvPr>
        </p:nvSpPr>
        <p:spPr/>
        <p:txBody>
          <a:bodyPr/>
          <a:lstStyle/>
          <a:p>
            <a:fld id="{78497EC1-480B-414F-8CBB-4CF4551D8C2E}"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8F179ECE-0C96-41E3-90BC-4D42A4E34DCC}"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Title 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2_Title Only">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8E2B8285-D035-4A18-B55D-F04BC1FB5A8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lstStyle/>
          <a:p>
            <a:r>
              <a:t>Footer</a:t>
            </a:r>
          </a:p>
        </p:txBody>
      </p:sp>
      <p:sp>
        <p:nvSpPr>
          <p:cNvPr id="3" name="PlaceHolder 2"/>
          <p:cNvSpPr>
            <a:spLocks noGrp="1"/>
          </p:cNvSpPr>
          <p:nvPr>
            <p:ph type="sldNum" idx="10"/>
          </p:nvPr>
        </p:nvSpPr>
        <p:spPr/>
        <p:txBody>
          <a:bodyPr/>
          <a:lstStyle/>
          <a:p>
            <a:fld id="{95E3C93B-5281-4188-8B78-EF271757AC3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87003379-BB80-41EB-AE98-39EC48B7B75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2">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892233C5-2BFB-4244-80EF-8183676439D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PlaceHolder 1"/>
          <p:cNvSpPr>
            <a:spLocks noGrp="1"/>
          </p:cNvSpPr>
          <p:nvPr>
            <p:ph type="sldNum" idx="15"/>
          </p:nvPr>
        </p:nvSpPr>
        <p:spPr/>
        <p:txBody>
          <a:bodyPr/>
          <a:lstStyle/>
          <a:p>
            <a:fld id="{009BEA0A-AF5B-4E9F-A8E8-2E073007396C}"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PlaceHolder 1"/>
          <p:cNvSpPr>
            <a:spLocks noGrp="1"/>
          </p:cNvSpPr>
          <p:nvPr>
            <p:ph type="sldNum" idx="16"/>
          </p:nvPr>
        </p:nvSpPr>
        <p:spPr/>
        <p:txBody>
          <a:bodyPr/>
          <a:lstStyle/>
          <a:p>
            <a:fld id="{B2772F21-320A-47DF-9D19-51DF3C545FD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tile Slide_Black with full wave_Option 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White with Medium wav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White with Medium wav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Default 3">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Default 4">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efault 5">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Default 6">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7">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Default 8">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9">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0">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3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45" name="Straight Connector 44"/>
          <p:cNvCxnSpPr/>
          <p:nvPr/>
        </p:nvCxnSpPr>
        <p:spPr>
          <a:xfrm>
            <a:off x="90720" y="273240"/>
            <a:ext cx="108720" cy="1080"/>
          </a:xfrm>
          <a:prstGeom prst="straightConnector1">
            <a:avLst/>
          </a:prstGeom>
          <a:ln w="9525" cap="rnd">
            <a:solidFill>
              <a:srgbClr val="4E84C4"/>
            </a:solidFill>
            <a:round/>
          </a:ln>
        </p:spPr>
      </p:cxnSp>
      <p:sp>
        <p:nvSpPr>
          <p:cNvPr id="2"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3" name="Rectangle 46"/>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4" name="Straight Connector 9"/>
          <p:cNvCxnSpPr/>
          <p:nvPr/>
        </p:nvCxnSpPr>
        <p:spPr>
          <a:xfrm>
            <a:off x="4578120" y="4923360"/>
            <a:ext cx="1080" cy="128160"/>
          </a:xfrm>
          <a:prstGeom prst="straightConnector1">
            <a:avLst/>
          </a:prstGeom>
          <a:ln w="0">
            <a:solidFill>
              <a:srgbClr val="808285"/>
            </a:solidFill>
          </a:ln>
        </p:spPr>
      </p:cxnSp>
      <p:grpSp>
        <p:nvGrpSpPr>
          <p:cNvPr id="5" name="Group 84"/>
          <p:cNvGrpSpPr/>
          <p:nvPr/>
        </p:nvGrpSpPr>
        <p:grpSpPr>
          <a:xfrm>
            <a:off x="274680" y="4648320"/>
            <a:ext cx="8569800" cy="389520"/>
            <a:chOff x="274680" y="4648320"/>
            <a:chExt cx="8569800" cy="389520"/>
          </a:xfrm>
        </p:grpSpPr>
        <p:grpSp>
          <p:nvGrpSpPr>
            <p:cNvPr id="6" name="Group 7"/>
            <p:cNvGrpSpPr/>
            <p:nvPr/>
          </p:nvGrpSpPr>
          <p:grpSpPr>
            <a:xfrm>
              <a:off x="274680" y="4736160"/>
              <a:ext cx="1265760" cy="301680"/>
              <a:chOff x="274680" y="4736160"/>
              <a:chExt cx="1265760" cy="301680"/>
            </a:xfrm>
          </p:grpSpPr>
          <p:grpSp>
            <p:nvGrpSpPr>
              <p:cNvPr id="7" name="Graphic 8"/>
              <p:cNvGrpSpPr/>
              <p:nvPr/>
            </p:nvGrpSpPr>
            <p:grpSpPr>
              <a:xfrm>
                <a:off x="274680" y="4736520"/>
                <a:ext cx="483840" cy="301320"/>
                <a:chOff x="274680" y="4736520"/>
                <a:chExt cx="483840" cy="301320"/>
              </a:xfrm>
            </p:grpSpPr>
            <p:sp>
              <p:nvSpPr>
                <p:cNvPr id="8"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10" name="Graphic 8"/>
              <p:cNvGrpSpPr/>
              <p:nvPr/>
            </p:nvGrpSpPr>
            <p:grpSpPr>
              <a:xfrm>
                <a:off x="823320" y="4736160"/>
                <a:ext cx="717120" cy="300240"/>
                <a:chOff x="823320" y="4736160"/>
                <a:chExt cx="717120" cy="300240"/>
              </a:xfrm>
            </p:grpSpPr>
            <p:sp>
              <p:nvSpPr>
                <p:cNvPr id="11"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2"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3"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5"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6"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7"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8"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9"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1"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2"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3"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25"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6"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7"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8"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0"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1"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2"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34" name="Graphic 8"/>
            <p:cNvGrpSpPr/>
            <p:nvPr/>
          </p:nvGrpSpPr>
          <p:grpSpPr>
            <a:xfrm>
              <a:off x="8409600" y="4648320"/>
              <a:ext cx="434880" cy="386640"/>
              <a:chOff x="8409600" y="4648320"/>
              <a:chExt cx="434880" cy="386640"/>
            </a:xfrm>
          </p:grpSpPr>
          <p:sp>
            <p:nvSpPr>
              <p:cNvPr id="35"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6"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7"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8"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9"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0"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1"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42" name="PlaceHolder 1"/>
          <p:cNvSpPr>
            <a:spLocks noGrp="1"/>
          </p:cNvSpPr>
          <p:nvPr>
            <p:ph type="ftr" idx="1"/>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dk1">
                    <a:lumMod val="65000"/>
                    <a:lumOff val="35000"/>
                  </a:schemeClr>
                </a:solidFill>
                <a:latin typeface="Calibri"/>
              </a:defRPr>
            </a:lvl1pPr>
          </a:lstStyle>
          <a:p>
            <a:pPr indent="0" defTabSz="914400">
              <a:lnSpc>
                <a:spcPct val="100000"/>
              </a:lnSpc>
              <a:buNone/>
              <a:tabLst>
                <a:tab pos="0" algn="l"/>
              </a:tabLst>
            </a:pPr>
            <a:r>
              <a:rPr lang="en-US" sz="800" b="0" strike="noStrike" spc="-1">
                <a:solidFill>
                  <a:schemeClr val="dk1">
                    <a:lumMod val="65000"/>
                    <a:lumOff val="35000"/>
                  </a:schemeClr>
                </a:solidFill>
                <a:latin typeface="Calibri"/>
              </a:rPr>
              <a:t>&lt;footer&gt;</a:t>
            </a:r>
            <a:endParaRPr lang="en-US" sz="800" b="0" strike="noStrike" spc="-1">
              <a:solidFill>
                <a:srgbClr val="000000"/>
              </a:solidFill>
              <a:latin typeface="Times New Roman"/>
            </a:endParaRPr>
          </a:p>
        </p:txBody>
      </p:sp>
      <p:sp>
        <p:nvSpPr>
          <p:cNvPr id="43" name="PlaceHolder 2"/>
          <p:cNvSpPr>
            <a:spLocks noGrp="1"/>
          </p:cNvSpPr>
          <p:nvPr>
            <p:ph type="sldNum" idx="2"/>
          </p:nvPr>
        </p:nvSpPr>
        <p:spPr>
          <a:xfrm>
            <a:off x="4312440" y="4923720"/>
            <a:ext cx="299520" cy="126000"/>
          </a:xfrm>
          <a:prstGeom prst="rect">
            <a:avLst/>
          </a:prstGeom>
          <a:noFill/>
          <a:ln w="9360">
            <a:noFill/>
          </a:ln>
        </p:spPr>
        <p:txBody>
          <a:bodyPr lIns="68760" tIns="34200" rIns="68760" bIns="34200" numCol="1" spcCol="0" anchor="ctr">
            <a:noAutofit/>
          </a:bodyPr>
          <a:lstStyle>
            <a:lvl1pPr indent="0" algn="ctr" defTabSz="457200">
              <a:lnSpc>
                <a:spcPct val="100000"/>
              </a:lnSpc>
              <a:buNone/>
              <a:tabLst>
                <a:tab pos="0" algn="l"/>
              </a:tabLst>
              <a:defRPr lang="en-US" sz="800" b="1" strike="noStrike" spc="-1">
                <a:solidFill>
                  <a:schemeClr val="lt1">
                    <a:lumMod val="50000"/>
                  </a:schemeClr>
                </a:solidFill>
                <a:latin typeface="Calibri"/>
              </a:defRPr>
            </a:lvl1pPr>
          </a:lstStyle>
          <a:p>
            <a:pPr indent="0" algn="ctr" defTabSz="457200">
              <a:lnSpc>
                <a:spcPct val="100000"/>
              </a:lnSpc>
              <a:buNone/>
              <a:tabLst>
                <a:tab pos="0" algn="l"/>
              </a:tabLst>
            </a:pPr>
            <a:fld id="{D1E9AAA2-82EC-48D7-B244-F7FE150BBB8D}" type="slidenum">
              <a:rPr lang="en-US" sz="800" b="1" strike="noStrike" spc="-1">
                <a:solidFill>
                  <a:schemeClr val="lt1">
                    <a:lumMod val="50000"/>
                  </a:schemeClr>
                </a:solidFill>
                <a:latin typeface="Calibri"/>
              </a:rPr>
              <a:t>‹#›</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45" name="Straight Connector 44"/>
          <p:cNvCxnSpPr/>
          <p:nvPr/>
        </p:nvCxnSpPr>
        <p:spPr>
          <a:xfrm>
            <a:off x="90720" y="273240"/>
            <a:ext cx="108720" cy="1080"/>
          </a:xfrm>
          <a:prstGeom prst="straightConnector1">
            <a:avLst/>
          </a:prstGeom>
          <a:ln w="9525" cap="rnd">
            <a:solidFill>
              <a:srgbClr val="4E84C4"/>
            </a:solidFill>
            <a:round/>
          </a:ln>
        </p:spPr>
      </p:cxnSp>
      <p:sp>
        <p:nvSpPr>
          <p:cNvPr id="46"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47" name="Rectangle 46"/>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48" name="Straight Connector 9"/>
          <p:cNvCxnSpPr/>
          <p:nvPr/>
        </p:nvCxnSpPr>
        <p:spPr>
          <a:xfrm>
            <a:off x="4578120" y="4923360"/>
            <a:ext cx="1080" cy="128160"/>
          </a:xfrm>
          <a:prstGeom prst="straightConnector1">
            <a:avLst/>
          </a:prstGeom>
          <a:ln w="0">
            <a:solidFill>
              <a:srgbClr val="808285"/>
            </a:solidFill>
          </a:ln>
        </p:spPr>
      </p:cxnSp>
      <p:grpSp>
        <p:nvGrpSpPr>
          <p:cNvPr id="49" name="Group 84"/>
          <p:cNvGrpSpPr/>
          <p:nvPr/>
        </p:nvGrpSpPr>
        <p:grpSpPr>
          <a:xfrm>
            <a:off x="274680" y="4648320"/>
            <a:ext cx="8569800" cy="389520"/>
            <a:chOff x="274680" y="4648320"/>
            <a:chExt cx="8569800" cy="389520"/>
          </a:xfrm>
        </p:grpSpPr>
        <p:grpSp>
          <p:nvGrpSpPr>
            <p:cNvPr id="50" name="Group 7"/>
            <p:cNvGrpSpPr/>
            <p:nvPr/>
          </p:nvGrpSpPr>
          <p:grpSpPr>
            <a:xfrm>
              <a:off x="274680" y="4736160"/>
              <a:ext cx="1265760" cy="301680"/>
              <a:chOff x="274680" y="4736160"/>
              <a:chExt cx="1265760" cy="301680"/>
            </a:xfrm>
          </p:grpSpPr>
          <p:grpSp>
            <p:nvGrpSpPr>
              <p:cNvPr id="51" name="Graphic 8"/>
              <p:cNvGrpSpPr/>
              <p:nvPr/>
            </p:nvGrpSpPr>
            <p:grpSpPr>
              <a:xfrm>
                <a:off x="274680" y="4736520"/>
                <a:ext cx="483840" cy="301320"/>
                <a:chOff x="274680" y="4736520"/>
                <a:chExt cx="483840" cy="301320"/>
              </a:xfrm>
            </p:grpSpPr>
            <p:sp>
              <p:nvSpPr>
                <p:cNvPr id="52"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3"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54" name="Graphic 8"/>
              <p:cNvGrpSpPr/>
              <p:nvPr/>
            </p:nvGrpSpPr>
            <p:grpSpPr>
              <a:xfrm>
                <a:off x="823320" y="4736160"/>
                <a:ext cx="717120" cy="300240"/>
                <a:chOff x="823320" y="4736160"/>
                <a:chExt cx="717120" cy="300240"/>
              </a:xfrm>
            </p:grpSpPr>
            <p:sp>
              <p:nvSpPr>
                <p:cNvPr id="55"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6"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7"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8"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9"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60"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61"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62"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63"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64"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65"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66"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67"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68"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69"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70"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71"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72"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73"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74"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75"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76"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77"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78" name="Graphic 8"/>
            <p:cNvGrpSpPr/>
            <p:nvPr/>
          </p:nvGrpSpPr>
          <p:grpSpPr>
            <a:xfrm>
              <a:off x="8409600" y="4648320"/>
              <a:ext cx="434880" cy="386640"/>
              <a:chOff x="8409600" y="4648320"/>
              <a:chExt cx="434880" cy="386640"/>
            </a:xfrm>
          </p:grpSpPr>
          <p:sp>
            <p:nvSpPr>
              <p:cNvPr id="79"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0"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1"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2"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3"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4"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5"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86" name="PlaceHolder 1"/>
          <p:cNvSpPr>
            <a:spLocks noGrp="1"/>
          </p:cNvSpPr>
          <p:nvPr>
            <p:ph type="ftr" idx="3"/>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dk1">
                    <a:lumMod val="65000"/>
                    <a:lumOff val="35000"/>
                  </a:schemeClr>
                </a:solidFill>
                <a:latin typeface="Calibri"/>
              </a:defRPr>
            </a:lvl1pPr>
          </a:lstStyle>
          <a:p>
            <a:pPr indent="0" defTabSz="914400">
              <a:lnSpc>
                <a:spcPct val="100000"/>
              </a:lnSpc>
              <a:buNone/>
              <a:tabLst>
                <a:tab pos="0" algn="l"/>
              </a:tabLst>
            </a:pPr>
            <a:r>
              <a:rPr lang="en-US" sz="800" b="0" strike="noStrike" spc="-1">
                <a:solidFill>
                  <a:schemeClr val="dk1">
                    <a:lumMod val="65000"/>
                    <a:lumOff val="35000"/>
                  </a:schemeClr>
                </a:solidFill>
                <a:latin typeface="Calibri"/>
              </a:rPr>
              <a:t>&lt;footer&gt;</a:t>
            </a:r>
            <a:endParaRPr lang="en-US" sz="800" b="0" strike="noStrike" spc="-1">
              <a:solidFill>
                <a:srgbClr val="000000"/>
              </a:solidFill>
              <a:latin typeface="Times New Roman"/>
            </a:endParaRPr>
          </a:p>
        </p:txBody>
      </p:sp>
      <p:sp>
        <p:nvSpPr>
          <p:cNvPr id="87" name="PlaceHolder 2"/>
          <p:cNvSpPr>
            <a:spLocks noGrp="1"/>
          </p:cNvSpPr>
          <p:nvPr>
            <p:ph type="sldNum" idx="4"/>
          </p:nvPr>
        </p:nvSpPr>
        <p:spPr>
          <a:xfrm>
            <a:off x="4312440" y="4923720"/>
            <a:ext cx="299520" cy="126000"/>
          </a:xfrm>
          <a:prstGeom prst="rect">
            <a:avLst/>
          </a:prstGeom>
          <a:noFill/>
          <a:ln w="9360">
            <a:noFill/>
          </a:ln>
        </p:spPr>
        <p:txBody>
          <a:bodyPr lIns="68760" tIns="34200" rIns="68760" bIns="34200" numCol="1" spcCol="0" anchor="ctr">
            <a:noAutofit/>
          </a:bodyPr>
          <a:lstStyle>
            <a:lvl1pPr indent="0" algn="ctr" defTabSz="457200">
              <a:lnSpc>
                <a:spcPct val="100000"/>
              </a:lnSpc>
              <a:buNone/>
              <a:tabLst>
                <a:tab pos="0" algn="l"/>
              </a:tabLst>
              <a:defRPr lang="en-US" sz="800" b="1" strike="noStrike" spc="-1">
                <a:solidFill>
                  <a:schemeClr val="lt1">
                    <a:lumMod val="50000"/>
                  </a:schemeClr>
                </a:solidFill>
                <a:latin typeface="Calibri"/>
              </a:defRPr>
            </a:lvl1pPr>
          </a:lstStyle>
          <a:p>
            <a:pPr indent="0" algn="ctr" defTabSz="457200">
              <a:lnSpc>
                <a:spcPct val="100000"/>
              </a:lnSpc>
              <a:buNone/>
              <a:tabLst>
                <a:tab pos="0" algn="l"/>
              </a:tabLst>
            </a:pPr>
            <a:fld id="{2CBA1E1F-4913-478C-A412-9FA00A847863}" type="slidenum">
              <a:rPr lang="en-US" sz="800" b="1" strike="noStrike" spc="-1">
                <a:solidFill>
                  <a:schemeClr val="lt1">
                    <a:lumMod val="50000"/>
                  </a:schemeClr>
                </a:solidFill>
                <a:latin typeface="Calibri"/>
              </a:rPr>
              <a:t>‹#›</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89" name="Straight Connector 44"/>
          <p:cNvCxnSpPr/>
          <p:nvPr/>
        </p:nvCxnSpPr>
        <p:spPr>
          <a:xfrm>
            <a:off x="90720" y="273240"/>
            <a:ext cx="108720" cy="1080"/>
          </a:xfrm>
          <a:prstGeom prst="straightConnector1">
            <a:avLst/>
          </a:prstGeom>
          <a:ln w="9525" cap="rnd">
            <a:solidFill>
              <a:srgbClr val="4E84C4"/>
            </a:solidFill>
            <a:round/>
          </a:ln>
        </p:spPr>
      </p:cxnSp>
      <p:sp>
        <p:nvSpPr>
          <p:cNvPr id="90"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91" name="Rectangle 46"/>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92" name="Straight Connector 9"/>
          <p:cNvCxnSpPr/>
          <p:nvPr/>
        </p:nvCxnSpPr>
        <p:spPr>
          <a:xfrm>
            <a:off x="4578120" y="4923360"/>
            <a:ext cx="1080" cy="128160"/>
          </a:xfrm>
          <a:prstGeom prst="straightConnector1">
            <a:avLst/>
          </a:prstGeom>
          <a:ln w="0">
            <a:solidFill>
              <a:srgbClr val="808285"/>
            </a:solidFill>
          </a:ln>
        </p:spPr>
      </p:cxnSp>
      <p:grpSp>
        <p:nvGrpSpPr>
          <p:cNvPr id="93" name="Group 84"/>
          <p:cNvGrpSpPr/>
          <p:nvPr/>
        </p:nvGrpSpPr>
        <p:grpSpPr>
          <a:xfrm>
            <a:off x="274680" y="4648320"/>
            <a:ext cx="8569800" cy="389520"/>
            <a:chOff x="274680" y="4648320"/>
            <a:chExt cx="8569800" cy="389520"/>
          </a:xfrm>
        </p:grpSpPr>
        <p:grpSp>
          <p:nvGrpSpPr>
            <p:cNvPr id="94" name="Group 7"/>
            <p:cNvGrpSpPr/>
            <p:nvPr/>
          </p:nvGrpSpPr>
          <p:grpSpPr>
            <a:xfrm>
              <a:off x="274680" y="4736160"/>
              <a:ext cx="1265760" cy="301680"/>
              <a:chOff x="274680" y="4736160"/>
              <a:chExt cx="1265760" cy="301680"/>
            </a:xfrm>
          </p:grpSpPr>
          <p:grpSp>
            <p:nvGrpSpPr>
              <p:cNvPr id="95" name="Graphic 8"/>
              <p:cNvGrpSpPr/>
              <p:nvPr/>
            </p:nvGrpSpPr>
            <p:grpSpPr>
              <a:xfrm>
                <a:off x="274680" y="4736520"/>
                <a:ext cx="483840" cy="301320"/>
                <a:chOff x="274680" y="4736520"/>
                <a:chExt cx="483840" cy="301320"/>
              </a:xfrm>
            </p:grpSpPr>
            <p:sp>
              <p:nvSpPr>
                <p:cNvPr id="96"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7"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98" name="Graphic 8"/>
              <p:cNvGrpSpPr/>
              <p:nvPr/>
            </p:nvGrpSpPr>
            <p:grpSpPr>
              <a:xfrm>
                <a:off x="823320" y="4736160"/>
                <a:ext cx="717120" cy="300240"/>
                <a:chOff x="823320" y="4736160"/>
                <a:chExt cx="717120" cy="300240"/>
              </a:xfrm>
            </p:grpSpPr>
            <p:sp>
              <p:nvSpPr>
                <p:cNvPr id="99"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2"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3"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4"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5"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6"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7"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8"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9"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10"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11"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12"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113"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14"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15"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16"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17"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18"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19"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20"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21"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122" name="Graphic 8"/>
            <p:cNvGrpSpPr/>
            <p:nvPr/>
          </p:nvGrpSpPr>
          <p:grpSpPr>
            <a:xfrm>
              <a:off x="8409600" y="4648320"/>
              <a:ext cx="434880" cy="386640"/>
              <a:chOff x="8409600" y="4648320"/>
              <a:chExt cx="434880" cy="386640"/>
            </a:xfrm>
          </p:grpSpPr>
          <p:sp>
            <p:nvSpPr>
              <p:cNvPr id="123"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24"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25"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26"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27"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28"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29"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130" name="PlaceHolder 1"/>
          <p:cNvSpPr>
            <a:spLocks noGrp="1"/>
          </p:cNvSpPr>
          <p:nvPr>
            <p:ph type="ftr" idx="5"/>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dk1">
                    <a:lumMod val="65000"/>
                    <a:lumOff val="35000"/>
                  </a:schemeClr>
                </a:solidFill>
                <a:latin typeface="Calibri"/>
              </a:defRPr>
            </a:lvl1pPr>
          </a:lstStyle>
          <a:p>
            <a:pPr indent="0" defTabSz="914400">
              <a:lnSpc>
                <a:spcPct val="100000"/>
              </a:lnSpc>
              <a:buNone/>
              <a:tabLst>
                <a:tab pos="0" algn="l"/>
              </a:tabLst>
            </a:pPr>
            <a:r>
              <a:rPr lang="en-US" sz="800" b="0" strike="noStrike" spc="-1">
                <a:solidFill>
                  <a:schemeClr val="dk1">
                    <a:lumMod val="65000"/>
                    <a:lumOff val="35000"/>
                  </a:schemeClr>
                </a:solidFill>
                <a:latin typeface="Calibri"/>
              </a:rPr>
              <a:t>&lt;footer&gt;</a:t>
            </a:r>
            <a:endParaRPr lang="en-US" sz="800" b="0" strike="noStrike" spc="-1">
              <a:solidFill>
                <a:srgbClr val="000000"/>
              </a:solidFill>
              <a:latin typeface="Times New Roman"/>
            </a:endParaRPr>
          </a:p>
        </p:txBody>
      </p:sp>
      <p:sp>
        <p:nvSpPr>
          <p:cNvPr id="131" name="PlaceHolder 2"/>
          <p:cNvSpPr>
            <a:spLocks noGrp="1"/>
          </p:cNvSpPr>
          <p:nvPr>
            <p:ph type="sldNum" idx="6"/>
          </p:nvPr>
        </p:nvSpPr>
        <p:spPr>
          <a:xfrm>
            <a:off x="4312440" y="4923720"/>
            <a:ext cx="299520" cy="126000"/>
          </a:xfrm>
          <a:prstGeom prst="rect">
            <a:avLst/>
          </a:prstGeom>
          <a:noFill/>
          <a:ln w="9360">
            <a:noFill/>
          </a:ln>
        </p:spPr>
        <p:txBody>
          <a:bodyPr lIns="68760" tIns="34200" rIns="68760" bIns="34200" numCol="1" spcCol="0" anchor="ctr">
            <a:noAutofit/>
          </a:bodyPr>
          <a:lstStyle>
            <a:lvl1pPr indent="0" defTabSz="457200">
              <a:lnSpc>
                <a:spcPct val="100000"/>
              </a:lnSpc>
              <a:buNone/>
              <a:tabLst>
                <a:tab pos="0" algn="l"/>
              </a:tabLst>
              <a:defRPr lang="en-IN" sz="800" b="1" strike="noStrike" spc="-1">
                <a:solidFill>
                  <a:schemeClr val="lt1">
                    <a:lumMod val="50000"/>
                  </a:schemeClr>
                </a:solidFill>
                <a:latin typeface="Calibri"/>
              </a:defRPr>
            </a:lvl1pPr>
          </a:lstStyle>
          <a:p>
            <a:pPr indent="0" defTabSz="457200">
              <a:lnSpc>
                <a:spcPct val="100000"/>
              </a:lnSpc>
              <a:buNone/>
              <a:tabLst>
                <a:tab pos="0" algn="l"/>
              </a:tabLst>
            </a:pPr>
            <a:fld id="{F1200DDE-48E6-4290-84C8-ECF754AC5ECA}" type="slidenum">
              <a:rPr lang="en-IN" sz="800" b="1" strike="noStrike" spc="-1">
                <a:solidFill>
                  <a:schemeClr val="lt1">
                    <a:lumMod val="50000"/>
                  </a:schemeClr>
                </a:solidFill>
                <a:latin typeface="Calibri"/>
              </a:rPr>
              <a:t>‹#›</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133" name="Straight Connector 44"/>
          <p:cNvCxnSpPr/>
          <p:nvPr/>
        </p:nvCxnSpPr>
        <p:spPr>
          <a:xfrm>
            <a:off x="90720" y="273240"/>
            <a:ext cx="108720" cy="1080"/>
          </a:xfrm>
          <a:prstGeom prst="straightConnector1">
            <a:avLst/>
          </a:prstGeom>
          <a:ln w="9525" cap="rnd">
            <a:solidFill>
              <a:srgbClr val="4E84C4"/>
            </a:solidFill>
            <a:round/>
          </a:ln>
        </p:spPr>
      </p:cxnSp>
      <p:sp>
        <p:nvSpPr>
          <p:cNvPr id="134"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135" name="Rectangle 46"/>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136" name="Straight Connector 9"/>
          <p:cNvCxnSpPr/>
          <p:nvPr/>
        </p:nvCxnSpPr>
        <p:spPr>
          <a:xfrm>
            <a:off x="4578120" y="4923360"/>
            <a:ext cx="1080" cy="128160"/>
          </a:xfrm>
          <a:prstGeom prst="straightConnector1">
            <a:avLst/>
          </a:prstGeom>
          <a:ln w="0">
            <a:solidFill>
              <a:srgbClr val="808285"/>
            </a:solidFill>
          </a:ln>
        </p:spPr>
      </p:cxnSp>
      <p:grpSp>
        <p:nvGrpSpPr>
          <p:cNvPr id="137" name="Group 84"/>
          <p:cNvGrpSpPr/>
          <p:nvPr/>
        </p:nvGrpSpPr>
        <p:grpSpPr>
          <a:xfrm>
            <a:off x="274680" y="4648320"/>
            <a:ext cx="8569800" cy="389520"/>
            <a:chOff x="274680" y="4648320"/>
            <a:chExt cx="8569800" cy="389520"/>
          </a:xfrm>
        </p:grpSpPr>
        <p:grpSp>
          <p:nvGrpSpPr>
            <p:cNvPr id="138" name="Group 7"/>
            <p:cNvGrpSpPr/>
            <p:nvPr/>
          </p:nvGrpSpPr>
          <p:grpSpPr>
            <a:xfrm>
              <a:off x="274680" y="4736160"/>
              <a:ext cx="1265760" cy="301680"/>
              <a:chOff x="274680" y="4736160"/>
              <a:chExt cx="1265760" cy="301680"/>
            </a:xfrm>
          </p:grpSpPr>
          <p:grpSp>
            <p:nvGrpSpPr>
              <p:cNvPr id="139" name="Graphic 8"/>
              <p:cNvGrpSpPr/>
              <p:nvPr/>
            </p:nvGrpSpPr>
            <p:grpSpPr>
              <a:xfrm>
                <a:off x="274680" y="4736520"/>
                <a:ext cx="483840" cy="301320"/>
                <a:chOff x="274680" y="4736520"/>
                <a:chExt cx="483840" cy="301320"/>
              </a:xfrm>
            </p:grpSpPr>
            <p:sp>
              <p:nvSpPr>
                <p:cNvPr id="140"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41"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142" name="Graphic 8"/>
              <p:cNvGrpSpPr/>
              <p:nvPr/>
            </p:nvGrpSpPr>
            <p:grpSpPr>
              <a:xfrm>
                <a:off x="823320" y="4736160"/>
                <a:ext cx="717120" cy="300240"/>
                <a:chOff x="823320" y="4736160"/>
                <a:chExt cx="717120" cy="300240"/>
              </a:xfrm>
            </p:grpSpPr>
            <p:sp>
              <p:nvSpPr>
                <p:cNvPr id="143"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4"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5"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6"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7"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8"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49"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50"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51"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52"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53"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54"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55"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56"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157"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58"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59"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60"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61"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62"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63"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64"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65"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166" name="Graphic 8"/>
            <p:cNvGrpSpPr/>
            <p:nvPr/>
          </p:nvGrpSpPr>
          <p:grpSpPr>
            <a:xfrm>
              <a:off x="8409600" y="4648320"/>
              <a:ext cx="434880" cy="386640"/>
              <a:chOff x="8409600" y="4648320"/>
              <a:chExt cx="434880" cy="386640"/>
            </a:xfrm>
          </p:grpSpPr>
          <p:sp>
            <p:nvSpPr>
              <p:cNvPr id="167"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68"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69"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70"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71"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72"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73"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175" name="Straight Connector 44"/>
          <p:cNvCxnSpPr/>
          <p:nvPr/>
        </p:nvCxnSpPr>
        <p:spPr>
          <a:xfrm>
            <a:off x="90720" y="273240"/>
            <a:ext cx="108720" cy="1080"/>
          </a:xfrm>
          <a:prstGeom prst="straightConnector1">
            <a:avLst/>
          </a:prstGeom>
          <a:ln w="9525" cap="rnd">
            <a:solidFill>
              <a:srgbClr val="4E84C4"/>
            </a:solidFill>
            <a:round/>
          </a:ln>
        </p:spPr>
      </p:cxnSp>
      <p:sp>
        <p:nvSpPr>
          <p:cNvPr id="176"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177" name="Rectangle 46"/>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178" name="Straight Connector 9"/>
          <p:cNvCxnSpPr/>
          <p:nvPr/>
        </p:nvCxnSpPr>
        <p:spPr>
          <a:xfrm>
            <a:off x="4578120" y="4923360"/>
            <a:ext cx="1080" cy="128160"/>
          </a:xfrm>
          <a:prstGeom prst="straightConnector1">
            <a:avLst/>
          </a:prstGeom>
          <a:ln w="0">
            <a:solidFill>
              <a:srgbClr val="808285"/>
            </a:solidFill>
          </a:ln>
        </p:spPr>
      </p:cxnSp>
      <p:grpSp>
        <p:nvGrpSpPr>
          <p:cNvPr id="179" name="Group 84"/>
          <p:cNvGrpSpPr/>
          <p:nvPr/>
        </p:nvGrpSpPr>
        <p:grpSpPr>
          <a:xfrm>
            <a:off x="274680" y="4648320"/>
            <a:ext cx="8569800" cy="389520"/>
            <a:chOff x="274680" y="4648320"/>
            <a:chExt cx="8569800" cy="389520"/>
          </a:xfrm>
        </p:grpSpPr>
        <p:grpSp>
          <p:nvGrpSpPr>
            <p:cNvPr id="180" name="Group 7"/>
            <p:cNvGrpSpPr/>
            <p:nvPr/>
          </p:nvGrpSpPr>
          <p:grpSpPr>
            <a:xfrm>
              <a:off x="274680" y="4736160"/>
              <a:ext cx="1265760" cy="301680"/>
              <a:chOff x="274680" y="4736160"/>
              <a:chExt cx="1265760" cy="301680"/>
            </a:xfrm>
          </p:grpSpPr>
          <p:grpSp>
            <p:nvGrpSpPr>
              <p:cNvPr id="181" name="Graphic 8"/>
              <p:cNvGrpSpPr/>
              <p:nvPr/>
            </p:nvGrpSpPr>
            <p:grpSpPr>
              <a:xfrm>
                <a:off x="274680" y="4736520"/>
                <a:ext cx="483840" cy="301320"/>
                <a:chOff x="274680" y="4736520"/>
                <a:chExt cx="483840" cy="301320"/>
              </a:xfrm>
            </p:grpSpPr>
            <p:sp>
              <p:nvSpPr>
                <p:cNvPr id="182"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83"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184" name="Graphic 8"/>
              <p:cNvGrpSpPr/>
              <p:nvPr/>
            </p:nvGrpSpPr>
            <p:grpSpPr>
              <a:xfrm>
                <a:off x="823320" y="4736160"/>
                <a:ext cx="717120" cy="300240"/>
                <a:chOff x="823320" y="4736160"/>
                <a:chExt cx="717120" cy="300240"/>
              </a:xfrm>
            </p:grpSpPr>
            <p:sp>
              <p:nvSpPr>
                <p:cNvPr id="185"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86"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87"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88"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89"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90"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91"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92"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93"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94"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95"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96"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97"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98"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199"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0"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1"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2"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3"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4"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05"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06"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07"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208" name="Graphic 8"/>
            <p:cNvGrpSpPr/>
            <p:nvPr/>
          </p:nvGrpSpPr>
          <p:grpSpPr>
            <a:xfrm>
              <a:off x="8409600" y="4648320"/>
              <a:ext cx="434880" cy="386640"/>
              <a:chOff x="8409600" y="4648320"/>
              <a:chExt cx="434880" cy="386640"/>
            </a:xfrm>
          </p:grpSpPr>
          <p:sp>
            <p:nvSpPr>
              <p:cNvPr id="209"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10"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11"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12"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13"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14"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15"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216" name="PlaceHolder 1"/>
          <p:cNvSpPr>
            <a:spLocks noGrp="1"/>
          </p:cNvSpPr>
          <p:nvPr>
            <p:ph type="ftr" idx="7"/>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dk1">
                    <a:lumMod val="65000"/>
                    <a:lumOff val="35000"/>
                  </a:schemeClr>
                </a:solidFill>
                <a:latin typeface="Calibri"/>
              </a:defRPr>
            </a:lvl1pPr>
          </a:lstStyle>
          <a:p>
            <a:pPr indent="0" defTabSz="914400">
              <a:lnSpc>
                <a:spcPct val="100000"/>
              </a:lnSpc>
              <a:buNone/>
              <a:tabLst>
                <a:tab pos="0" algn="l"/>
              </a:tabLst>
            </a:pPr>
            <a:r>
              <a:rPr lang="en-US" sz="800" b="0" strike="noStrike" spc="-1">
                <a:solidFill>
                  <a:schemeClr val="dk1">
                    <a:lumMod val="65000"/>
                    <a:lumOff val="35000"/>
                  </a:schemeClr>
                </a:solidFill>
                <a:latin typeface="Calibri"/>
              </a:rPr>
              <a:t>&lt;footer&gt;</a:t>
            </a:r>
            <a:endParaRPr lang="en-US" sz="800" b="0" strike="noStrike" spc="-1">
              <a:solidFill>
                <a:srgbClr val="000000"/>
              </a:solidFill>
              <a:latin typeface="Times New Roman"/>
            </a:endParaRPr>
          </a:p>
        </p:txBody>
      </p:sp>
      <p:sp>
        <p:nvSpPr>
          <p:cNvPr id="217" name="PlaceHolder 2"/>
          <p:cNvSpPr>
            <a:spLocks noGrp="1"/>
          </p:cNvSpPr>
          <p:nvPr>
            <p:ph type="sldNum" idx="8"/>
          </p:nvPr>
        </p:nvSpPr>
        <p:spPr>
          <a:xfrm>
            <a:off x="4312440" y="4923720"/>
            <a:ext cx="299520" cy="126000"/>
          </a:xfrm>
          <a:prstGeom prst="rect">
            <a:avLst/>
          </a:prstGeom>
          <a:noFill/>
          <a:ln w="9360">
            <a:noFill/>
          </a:ln>
        </p:spPr>
        <p:txBody>
          <a:bodyPr lIns="68760" tIns="34200" rIns="68760" bIns="34200" numCol="1" spcCol="0" anchor="ctr">
            <a:noAutofit/>
          </a:bodyPr>
          <a:lstStyle>
            <a:lvl1pPr indent="0" algn="ctr" defTabSz="457200">
              <a:lnSpc>
                <a:spcPct val="100000"/>
              </a:lnSpc>
              <a:buNone/>
              <a:tabLst>
                <a:tab pos="0" algn="l"/>
              </a:tabLst>
              <a:defRPr lang="en-US" sz="800" b="1" strike="noStrike" spc="-1">
                <a:solidFill>
                  <a:schemeClr val="lt1">
                    <a:lumMod val="50000"/>
                  </a:schemeClr>
                </a:solidFill>
                <a:latin typeface="Calibri"/>
              </a:defRPr>
            </a:lvl1pPr>
          </a:lstStyle>
          <a:p>
            <a:pPr indent="0" algn="ctr" defTabSz="457200">
              <a:lnSpc>
                <a:spcPct val="100000"/>
              </a:lnSpc>
              <a:buNone/>
              <a:tabLst>
                <a:tab pos="0" algn="l"/>
              </a:tabLst>
            </a:pPr>
            <a:fld id="{B0369E47-9A30-49F6-9CE9-A18149507A48}" type="slidenum">
              <a:rPr lang="en-US" sz="800" b="1" strike="noStrike" spc="-1">
                <a:solidFill>
                  <a:schemeClr val="lt1">
                    <a:lumMod val="50000"/>
                  </a:schemeClr>
                </a:solidFill>
                <a:latin typeface="Calibri"/>
              </a:rPr>
              <a:t>‹#›</a:t>
            </a:fld>
            <a:endParaRPr lang="en-US" sz="800" b="0" strike="noStrike" spc="-1">
              <a:solidFill>
                <a:srgbClr val="000000"/>
              </a:solidFill>
              <a:latin typeface="Times New Roman"/>
            </a:endParaRPr>
          </a:p>
        </p:txBody>
      </p:sp>
      <p:sp>
        <p:nvSpPr>
          <p:cNvPr id="218" name="PlaceHolder 3"/>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219" name="PlaceHolder 4"/>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0"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221" name="Straight Connector 44"/>
          <p:cNvCxnSpPr/>
          <p:nvPr/>
        </p:nvCxnSpPr>
        <p:spPr>
          <a:xfrm>
            <a:off x="90720" y="273240"/>
            <a:ext cx="108720" cy="1080"/>
          </a:xfrm>
          <a:prstGeom prst="straightConnector1">
            <a:avLst/>
          </a:prstGeom>
          <a:ln w="9525" cap="rnd">
            <a:solidFill>
              <a:srgbClr val="4E84C4"/>
            </a:solidFill>
            <a:round/>
          </a:ln>
        </p:spPr>
      </p:cxnSp>
      <p:sp>
        <p:nvSpPr>
          <p:cNvPr id="222"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223" name="Rectangle 46"/>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224" name="Straight Connector 9"/>
          <p:cNvCxnSpPr/>
          <p:nvPr/>
        </p:nvCxnSpPr>
        <p:spPr>
          <a:xfrm>
            <a:off x="4578120" y="4923360"/>
            <a:ext cx="1080" cy="128160"/>
          </a:xfrm>
          <a:prstGeom prst="straightConnector1">
            <a:avLst/>
          </a:prstGeom>
          <a:ln w="0">
            <a:solidFill>
              <a:srgbClr val="808285"/>
            </a:solidFill>
          </a:ln>
        </p:spPr>
      </p:cxnSp>
      <p:grpSp>
        <p:nvGrpSpPr>
          <p:cNvPr id="225" name="Group 84"/>
          <p:cNvGrpSpPr/>
          <p:nvPr/>
        </p:nvGrpSpPr>
        <p:grpSpPr>
          <a:xfrm>
            <a:off x="274680" y="4648320"/>
            <a:ext cx="8569800" cy="389520"/>
            <a:chOff x="274680" y="4648320"/>
            <a:chExt cx="8569800" cy="389520"/>
          </a:xfrm>
        </p:grpSpPr>
        <p:grpSp>
          <p:nvGrpSpPr>
            <p:cNvPr id="226" name="Group 7"/>
            <p:cNvGrpSpPr/>
            <p:nvPr/>
          </p:nvGrpSpPr>
          <p:grpSpPr>
            <a:xfrm>
              <a:off x="274680" y="4736160"/>
              <a:ext cx="1265760" cy="301680"/>
              <a:chOff x="274680" y="4736160"/>
              <a:chExt cx="1265760" cy="301680"/>
            </a:xfrm>
          </p:grpSpPr>
          <p:grpSp>
            <p:nvGrpSpPr>
              <p:cNvPr id="227" name="Graphic 8"/>
              <p:cNvGrpSpPr/>
              <p:nvPr/>
            </p:nvGrpSpPr>
            <p:grpSpPr>
              <a:xfrm>
                <a:off x="274680" y="4736520"/>
                <a:ext cx="483840" cy="301320"/>
                <a:chOff x="274680" y="4736520"/>
                <a:chExt cx="483840" cy="301320"/>
              </a:xfrm>
            </p:grpSpPr>
            <p:sp>
              <p:nvSpPr>
                <p:cNvPr id="228"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29"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230" name="Graphic 8"/>
              <p:cNvGrpSpPr/>
              <p:nvPr/>
            </p:nvGrpSpPr>
            <p:grpSpPr>
              <a:xfrm>
                <a:off x="823320" y="4736160"/>
                <a:ext cx="717120" cy="300240"/>
                <a:chOff x="823320" y="4736160"/>
                <a:chExt cx="717120" cy="300240"/>
              </a:xfrm>
            </p:grpSpPr>
            <p:sp>
              <p:nvSpPr>
                <p:cNvPr id="231"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32"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33"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34"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35"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36"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37"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38"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39"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0"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1"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42"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43"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4"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245"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6"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7"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8"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49"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50"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51"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52"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53"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254" name="Graphic 8"/>
            <p:cNvGrpSpPr/>
            <p:nvPr/>
          </p:nvGrpSpPr>
          <p:grpSpPr>
            <a:xfrm>
              <a:off x="8409600" y="4648320"/>
              <a:ext cx="434880" cy="386640"/>
              <a:chOff x="8409600" y="4648320"/>
              <a:chExt cx="434880" cy="386640"/>
            </a:xfrm>
          </p:grpSpPr>
          <p:sp>
            <p:nvSpPr>
              <p:cNvPr id="255"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56"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57"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58"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59"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60"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61"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262" name="PlaceHolder 1"/>
          <p:cNvSpPr>
            <a:spLocks noGrp="1"/>
          </p:cNvSpPr>
          <p:nvPr>
            <p:ph type="ftr" idx="9"/>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lt1">
                    <a:lumMod val="85000"/>
                  </a:schemeClr>
                </a:solidFill>
                <a:latin typeface="Calibri"/>
              </a:defRPr>
            </a:lvl1pPr>
          </a:lstStyle>
          <a:p>
            <a:pPr indent="0" defTabSz="914400">
              <a:lnSpc>
                <a:spcPct val="100000"/>
              </a:lnSpc>
              <a:buNone/>
              <a:tabLst>
                <a:tab pos="0" algn="l"/>
              </a:tabLst>
            </a:pPr>
            <a:r>
              <a:rPr lang="en-US" sz="800" b="0" strike="noStrike" spc="-1">
                <a:solidFill>
                  <a:schemeClr val="lt1">
                    <a:lumMod val="85000"/>
                  </a:schemeClr>
                </a:solidFill>
                <a:latin typeface="Calibri"/>
              </a:rPr>
              <a:t>&lt;footer&gt;</a:t>
            </a:r>
            <a:endParaRPr lang="en-US" sz="800" b="0" strike="noStrike" spc="-1">
              <a:solidFill>
                <a:srgbClr val="FFFFFF"/>
              </a:solidFill>
              <a:latin typeface="Times New Roman"/>
            </a:endParaRPr>
          </a:p>
        </p:txBody>
      </p:sp>
      <p:sp>
        <p:nvSpPr>
          <p:cNvPr id="263" name="PlaceHolder 2"/>
          <p:cNvSpPr>
            <a:spLocks noGrp="1"/>
          </p:cNvSpPr>
          <p:nvPr>
            <p:ph type="sldNum" idx="10"/>
          </p:nvPr>
        </p:nvSpPr>
        <p:spPr>
          <a:xfrm>
            <a:off x="4312440" y="4923720"/>
            <a:ext cx="299520" cy="126000"/>
          </a:xfrm>
          <a:prstGeom prst="rect">
            <a:avLst/>
          </a:prstGeom>
          <a:noFill/>
          <a:ln w="9360">
            <a:noFill/>
          </a:ln>
        </p:spPr>
        <p:txBody>
          <a:bodyPr lIns="68760" tIns="34200" rIns="68760" bIns="34200" numCol="1" spcCol="0" anchor="ctr">
            <a:noAutofit/>
          </a:bodyPr>
          <a:lstStyle>
            <a:lvl1pPr indent="0" algn="ctr" defTabSz="457200">
              <a:lnSpc>
                <a:spcPct val="100000"/>
              </a:lnSpc>
              <a:buNone/>
              <a:tabLst>
                <a:tab pos="0" algn="l"/>
              </a:tabLst>
              <a:defRPr lang="en-US" sz="800" b="1" strike="noStrike" spc="-1">
                <a:solidFill>
                  <a:schemeClr val="lt1">
                    <a:lumMod val="65000"/>
                  </a:schemeClr>
                </a:solidFill>
                <a:latin typeface="Calibri"/>
              </a:defRPr>
            </a:lvl1pPr>
          </a:lstStyle>
          <a:p>
            <a:pPr indent="0" algn="ctr" defTabSz="457200">
              <a:lnSpc>
                <a:spcPct val="100000"/>
              </a:lnSpc>
              <a:buNone/>
              <a:tabLst>
                <a:tab pos="0" algn="l"/>
              </a:tabLst>
            </a:pPr>
            <a:fld id="{B5144A30-A2FA-4E36-B41B-9698DD955045}" type="slidenum">
              <a:rPr lang="en-US" sz="800" b="1" strike="noStrike" spc="-1">
                <a:solidFill>
                  <a:schemeClr val="lt1">
                    <a:lumMod val="65000"/>
                  </a:schemeClr>
                </a:solidFill>
                <a:latin typeface="Calibri"/>
              </a:rPr>
              <a:t>‹#›</a:t>
            </a:fld>
            <a:endParaRPr lang="en-US" sz="8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64"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265" name="Straight Connector 44"/>
          <p:cNvCxnSpPr/>
          <p:nvPr/>
        </p:nvCxnSpPr>
        <p:spPr>
          <a:xfrm>
            <a:off x="90720" y="273240"/>
            <a:ext cx="108720" cy="1080"/>
          </a:xfrm>
          <a:prstGeom prst="straightConnector1">
            <a:avLst/>
          </a:prstGeom>
          <a:ln w="9525" cap="rnd">
            <a:solidFill>
              <a:srgbClr val="4E84C4"/>
            </a:solidFill>
            <a:round/>
          </a:ln>
        </p:spPr>
      </p:cxnSp>
      <p:sp>
        <p:nvSpPr>
          <p:cNvPr id="266"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267" name="Rectangle 46"/>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268" name="Straight Connector 9"/>
          <p:cNvCxnSpPr/>
          <p:nvPr/>
        </p:nvCxnSpPr>
        <p:spPr>
          <a:xfrm>
            <a:off x="4578120" y="4923360"/>
            <a:ext cx="1080" cy="128160"/>
          </a:xfrm>
          <a:prstGeom prst="straightConnector1">
            <a:avLst/>
          </a:prstGeom>
          <a:ln w="0">
            <a:solidFill>
              <a:srgbClr val="808285"/>
            </a:solidFill>
          </a:ln>
        </p:spPr>
      </p:cxnSp>
      <p:grpSp>
        <p:nvGrpSpPr>
          <p:cNvPr id="269" name="Group 84"/>
          <p:cNvGrpSpPr/>
          <p:nvPr/>
        </p:nvGrpSpPr>
        <p:grpSpPr>
          <a:xfrm>
            <a:off x="274680" y="4648320"/>
            <a:ext cx="8569800" cy="389520"/>
            <a:chOff x="274680" y="4648320"/>
            <a:chExt cx="8569800" cy="389520"/>
          </a:xfrm>
        </p:grpSpPr>
        <p:grpSp>
          <p:nvGrpSpPr>
            <p:cNvPr id="270" name="Group 7"/>
            <p:cNvGrpSpPr/>
            <p:nvPr/>
          </p:nvGrpSpPr>
          <p:grpSpPr>
            <a:xfrm>
              <a:off x="274680" y="4736160"/>
              <a:ext cx="1265760" cy="301680"/>
              <a:chOff x="274680" y="4736160"/>
              <a:chExt cx="1265760" cy="301680"/>
            </a:xfrm>
          </p:grpSpPr>
          <p:grpSp>
            <p:nvGrpSpPr>
              <p:cNvPr id="271" name="Graphic 8"/>
              <p:cNvGrpSpPr/>
              <p:nvPr/>
            </p:nvGrpSpPr>
            <p:grpSpPr>
              <a:xfrm>
                <a:off x="274680" y="4736520"/>
                <a:ext cx="483840" cy="301320"/>
                <a:chOff x="274680" y="4736520"/>
                <a:chExt cx="483840" cy="301320"/>
              </a:xfrm>
            </p:grpSpPr>
            <p:sp>
              <p:nvSpPr>
                <p:cNvPr id="272"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273"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274" name="Graphic 8"/>
              <p:cNvGrpSpPr/>
              <p:nvPr/>
            </p:nvGrpSpPr>
            <p:grpSpPr>
              <a:xfrm>
                <a:off x="823320" y="4736160"/>
                <a:ext cx="717120" cy="300240"/>
                <a:chOff x="823320" y="4736160"/>
                <a:chExt cx="717120" cy="300240"/>
              </a:xfrm>
            </p:grpSpPr>
            <p:sp>
              <p:nvSpPr>
                <p:cNvPr id="275"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76"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77"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78"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79"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80"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81"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82"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83"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84"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85"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86"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87"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88"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289"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0"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1"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2"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3"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4"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95"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296"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297"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298" name="Graphic 8"/>
            <p:cNvGrpSpPr/>
            <p:nvPr/>
          </p:nvGrpSpPr>
          <p:grpSpPr>
            <a:xfrm>
              <a:off x="8409600" y="4648320"/>
              <a:ext cx="434880" cy="386640"/>
              <a:chOff x="8409600" y="4648320"/>
              <a:chExt cx="434880" cy="386640"/>
            </a:xfrm>
          </p:grpSpPr>
          <p:sp>
            <p:nvSpPr>
              <p:cNvPr id="299"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00"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01"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02"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03"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04"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05"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306" name="PlaceHolder 1"/>
          <p:cNvSpPr>
            <a:spLocks noGrp="1"/>
          </p:cNvSpPr>
          <p:nvPr>
            <p:ph type="ftr" idx="11"/>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lt1">
                    <a:lumMod val="85000"/>
                  </a:schemeClr>
                </a:solidFill>
                <a:latin typeface="Calibri"/>
              </a:defRPr>
            </a:lvl1pPr>
          </a:lstStyle>
          <a:p>
            <a:pPr indent="0" defTabSz="914400">
              <a:lnSpc>
                <a:spcPct val="100000"/>
              </a:lnSpc>
              <a:buNone/>
              <a:tabLst>
                <a:tab pos="0" algn="l"/>
              </a:tabLst>
            </a:pPr>
            <a:r>
              <a:rPr lang="en-US" sz="800" b="0" strike="noStrike" spc="-1">
                <a:solidFill>
                  <a:schemeClr val="lt1">
                    <a:lumMod val="85000"/>
                  </a:schemeClr>
                </a:solidFill>
                <a:latin typeface="Calibri"/>
              </a:rPr>
              <a:t>&lt;footer&gt;</a:t>
            </a:r>
            <a:endParaRPr lang="en-US" sz="800" b="0" strike="noStrike" spc="-1">
              <a:solidFill>
                <a:srgbClr val="FFFFFF"/>
              </a:solidFill>
              <a:latin typeface="Times New Roman"/>
            </a:endParaRPr>
          </a:p>
        </p:txBody>
      </p:sp>
      <p:sp>
        <p:nvSpPr>
          <p:cNvPr id="307" name="PlaceHolder 2"/>
          <p:cNvSpPr>
            <a:spLocks noGrp="1"/>
          </p:cNvSpPr>
          <p:nvPr>
            <p:ph type="sldNum" idx="12"/>
          </p:nvPr>
        </p:nvSpPr>
        <p:spPr>
          <a:xfrm>
            <a:off x="4312440" y="4923720"/>
            <a:ext cx="299520" cy="126000"/>
          </a:xfrm>
          <a:prstGeom prst="rect">
            <a:avLst/>
          </a:prstGeom>
          <a:noFill/>
          <a:ln w="9360">
            <a:noFill/>
          </a:ln>
        </p:spPr>
        <p:txBody>
          <a:bodyPr lIns="68760" tIns="34200" rIns="68760" bIns="34200" numCol="1" spcCol="0" anchor="ctr">
            <a:noAutofit/>
          </a:bodyPr>
          <a:lstStyle>
            <a:lvl1pPr indent="0" algn="ctr" defTabSz="457200">
              <a:lnSpc>
                <a:spcPct val="100000"/>
              </a:lnSpc>
              <a:buNone/>
              <a:tabLst>
                <a:tab pos="0" algn="l"/>
              </a:tabLst>
              <a:defRPr lang="en-US" sz="800" b="1" strike="noStrike" spc="-1">
                <a:solidFill>
                  <a:schemeClr val="lt1">
                    <a:lumMod val="65000"/>
                  </a:schemeClr>
                </a:solidFill>
                <a:latin typeface="Calibri"/>
              </a:defRPr>
            </a:lvl1pPr>
          </a:lstStyle>
          <a:p>
            <a:pPr indent="0" algn="ctr" defTabSz="457200">
              <a:lnSpc>
                <a:spcPct val="100000"/>
              </a:lnSpc>
              <a:buNone/>
              <a:tabLst>
                <a:tab pos="0" algn="l"/>
              </a:tabLst>
            </a:pPr>
            <a:fld id="{2237FD18-B6A2-423C-85E0-008A5E1FB6FB}" type="slidenum">
              <a:rPr lang="en-US" sz="800" b="1" strike="noStrike" spc="-1">
                <a:solidFill>
                  <a:schemeClr val="lt1">
                    <a:lumMod val="65000"/>
                  </a:schemeClr>
                </a:solidFill>
                <a:latin typeface="Calibri"/>
              </a:rPr>
              <a:t>‹#›</a:t>
            </a:fld>
            <a:endParaRPr lang="en-US" sz="8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08"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309" name="Straight Connector 44"/>
          <p:cNvCxnSpPr/>
          <p:nvPr/>
        </p:nvCxnSpPr>
        <p:spPr>
          <a:xfrm>
            <a:off x="90720" y="273240"/>
            <a:ext cx="108720" cy="1080"/>
          </a:xfrm>
          <a:prstGeom prst="straightConnector1">
            <a:avLst/>
          </a:prstGeom>
          <a:ln w="9525" cap="rnd">
            <a:solidFill>
              <a:srgbClr val="4E84C4"/>
            </a:solidFill>
            <a:round/>
          </a:ln>
        </p:spPr>
      </p:cxnSp>
      <p:sp>
        <p:nvSpPr>
          <p:cNvPr id="310"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311" name="Rectangle 46"/>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312" name="Straight Connector 9"/>
          <p:cNvCxnSpPr/>
          <p:nvPr/>
        </p:nvCxnSpPr>
        <p:spPr>
          <a:xfrm>
            <a:off x="4578120" y="4923360"/>
            <a:ext cx="1080" cy="128160"/>
          </a:xfrm>
          <a:prstGeom prst="straightConnector1">
            <a:avLst/>
          </a:prstGeom>
          <a:ln w="0">
            <a:solidFill>
              <a:srgbClr val="808285"/>
            </a:solidFill>
          </a:ln>
        </p:spPr>
      </p:cxnSp>
      <p:grpSp>
        <p:nvGrpSpPr>
          <p:cNvPr id="313" name="Group 84"/>
          <p:cNvGrpSpPr/>
          <p:nvPr/>
        </p:nvGrpSpPr>
        <p:grpSpPr>
          <a:xfrm>
            <a:off x="274680" y="4648320"/>
            <a:ext cx="8569800" cy="389520"/>
            <a:chOff x="274680" y="4648320"/>
            <a:chExt cx="8569800" cy="389520"/>
          </a:xfrm>
        </p:grpSpPr>
        <p:grpSp>
          <p:nvGrpSpPr>
            <p:cNvPr id="314" name="Group 7"/>
            <p:cNvGrpSpPr/>
            <p:nvPr/>
          </p:nvGrpSpPr>
          <p:grpSpPr>
            <a:xfrm>
              <a:off x="274680" y="4736160"/>
              <a:ext cx="1265760" cy="301680"/>
              <a:chOff x="274680" y="4736160"/>
              <a:chExt cx="1265760" cy="301680"/>
            </a:xfrm>
          </p:grpSpPr>
          <p:grpSp>
            <p:nvGrpSpPr>
              <p:cNvPr id="315" name="Graphic 8"/>
              <p:cNvGrpSpPr/>
              <p:nvPr/>
            </p:nvGrpSpPr>
            <p:grpSpPr>
              <a:xfrm>
                <a:off x="274680" y="4736520"/>
                <a:ext cx="483840" cy="301320"/>
                <a:chOff x="274680" y="4736520"/>
                <a:chExt cx="483840" cy="301320"/>
              </a:xfrm>
            </p:grpSpPr>
            <p:sp>
              <p:nvSpPr>
                <p:cNvPr id="316"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17"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318" name="Graphic 8"/>
              <p:cNvGrpSpPr/>
              <p:nvPr/>
            </p:nvGrpSpPr>
            <p:grpSpPr>
              <a:xfrm>
                <a:off x="823320" y="4736160"/>
                <a:ext cx="717120" cy="300240"/>
                <a:chOff x="823320" y="4736160"/>
                <a:chExt cx="717120" cy="300240"/>
              </a:xfrm>
            </p:grpSpPr>
            <p:sp>
              <p:nvSpPr>
                <p:cNvPr id="319"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0"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1"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2"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3"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4"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5"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26"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27"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8"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29"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30"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31"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2"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333"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4"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5"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6"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7"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38"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39"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40"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41"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342" name="Graphic 8"/>
            <p:cNvGrpSpPr/>
            <p:nvPr/>
          </p:nvGrpSpPr>
          <p:grpSpPr>
            <a:xfrm>
              <a:off x="8409600" y="4648320"/>
              <a:ext cx="434880" cy="386640"/>
              <a:chOff x="8409600" y="4648320"/>
              <a:chExt cx="434880" cy="386640"/>
            </a:xfrm>
          </p:grpSpPr>
          <p:sp>
            <p:nvSpPr>
              <p:cNvPr id="343"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44"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45"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46"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47"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48"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49"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350" name="PlaceHolder 1"/>
          <p:cNvSpPr>
            <a:spLocks noGrp="1"/>
          </p:cNvSpPr>
          <p:nvPr>
            <p:ph type="ftr" idx="13"/>
          </p:nvPr>
        </p:nvSpPr>
        <p:spPr>
          <a:xfrm>
            <a:off x="4570560" y="492372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chemeClr val="lt1">
                    <a:lumMod val="85000"/>
                  </a:schemeClr>
                </a:solidFill>
                <a:latin typeface="Calibri"/>
              </a:defRPr>
            </a:lvl1pPr>
          </a:lstStyle>
          <a:p>
            <a:pPr indent="0" defTabSz="914400">
              <a:lnSpc>
                <a:spcPct val="100000"/>
              </a:lnSpc>
              <a:buNone/>
              <a:tabLst>
                <a:tab pos="0" algn="l"/>
              </a:tabLst>
            </a:pPr>
            <a:r>
              <a:rPr lang="en-US" sz="800" b="0" strike="noStrike" spc="-1">
                <a:solidFill>
                  <a:schemeClr val="lt1">
                    <a:lumMod val="85000"/>
                  </a:schemeClr>
                </a:solidFill>
                <a:latin typeface="Calibri"/>
              </a:rPr>
              <a:t>&lt;footer&gt;</a:t>
            </a:r>
            <a:endParaRPr lang="en-US" sz="800" b="0" strike="noStrike" spc="-1">
              <a:solidFill>
                <a:srgbClr val="FFFFFF"/>
              </a:solidFill>
              <a:latin typeface="Times New Roman"/>
            </a:endParaRPr>
          </a:p>
        </p:txBody>
      </p:sp>
      <p:sp>
        <p:nvSpPr>
          <p:cNvPr id="351" name="PlaceHolder 2"/>
          <p:cNvSpPr>
            <a:spLocks noGrp="1"/>
          </p:cNvSpPr>
          <p:nvPr>
            <p:ph type="sldNum" idx="14"/>
          </p:nvPr>
        </p:nvSpPr>
        <p:spPr>
          <a:xfrm>
            <a:off x="4312440" y="4923720"/>
            <a:ext cx="299520" cy="126000"/>
          </a:xfrm>
          <a:prstGeom prst="rect">
            <a:avLst/>
          </a:prstGeom>
          <a:noFill/>
          <a:ln w="9360">
            <a:noFill/>
          </a:ln>
        </p:spPr>
        <p:txBody>
          <a:bodyPr lIns="68760" tIns="34200" rIns="68760" bIns="34200" numCol="1" spcCol="0" anchor="ctr">
            <a:noAutofit/>
          </a:bodyPr>
          <a:lstStyle>
            <a:lvl1pPr indent="0" defTabSz="457200">
              <a:lnSpc>
                <a:spcPct val="100000"/>
              </a:lnSpc>
              <a:buNone/>
              <a:tabLst>
                <a:tab pos="0" algn="l"/>
              </a:tabLst>
              <a:defRPr lang="en-IN" sz="800" b="1" strike="noStrike" spc="-1">
                <a:solidFill>
                  <a:schemeClr val="lt1">
                    <a:lumMod val="65000"/>
                  </a:schemeClr>
                </a:solidFill>
                <a:latin typeface="Calibri"/>
              </a:defRPr>
            </a:lvl1pPr>
          </a:lstStyle>
          <a:p>
            <a:pPr indent="0" defTabSz="457200">
              <a:lnSpc>
                <a:spcPct val="100000"/>
              </a:lnSpc>
              <a:buNone/>
              <a:tabLst>
                <a:tab pos="0" algn="l"/>
              </a:tabLst>
            </a:pPr>
            <a:fld id="{354AB946-6030-4319-BFFF-78941D3CE8F7}" type="slidenum">
              <a:rPr lang="en-IN" sz="800" b="1" strike="noStrike" spc="-1">
                <a:solidFill>
                  <a:schemeClr val="lt1">
                    <a:lumMod val="65000"/>
                  </a:schemeClr>
                </a:solidFill>
                <a:latin typeface="Calibri"/>
              </a:rPr>
              <a:t>‹#›</a:t>
            </a:fld>
            <a:endParaRPr lang="en-US" sz="8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52"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353" name="Straight Connector 44"/>
          <p:cNvCxnSpPr/>
          <p:nvPr/>
        </p:nvCxnSpPr>
        <p:spPr>
          <a:xfrm>
            <a:off x="90720" y="273240"/>
            <a:ext cx="108720" cy="1080"/>
          </a:xfrm>
          <a:prstGeom prst="straightConnector1">
            <a:avLst/>
          </a:prstGeom>
          <a:ln w="9525" cap="rnd">
            <a:solidFill>
              <a:srgbClr val="4E84C4"/>
            </a:solidFill>
            <a:round/>
          </a:ln>
        </p:spPr>
      </p:cxnSp>
      <p:sp>
        <p:nvSpPr>
          <p:cNvPr id="354"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355" name="Rectangle 46"/>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356" name="Straight Connector 9"/>
          <p:cNvCxnSpPr/>
          <p:nvPr/>
        </p:nvCxnSpPr>
        <p:spPr>
          <a:xfrm>
            <a:off x="4578120" y="4923360"/>
            <a:ext cx="1080" cy="128160"/>
          </a:xfrm>
          <a:prstGeom prst="straightConnector1">
            <a:avLst/>
          </a:prstGeom>
          <a:ln w="0">
            <a:solidFill>
              <a:srgbClr val="808285"/>
            </a:solidFill>
          </a:ln>
        </p:spPr>
      </p:cxnSp>
      <p:grpSp>
        <p:nvGrpSpPr>
          <p:cNvPr id="357" name="Group 84"/>
          <p:cNvGrpSpPr/>
          <p:nvPr/>
        </p:nvGrpSpPr>
        <p:grpSpPr>
          <a:xfrm>
            <a:off x="274680" y="4648320"/>
            <a:ext cx="8569800" cy="389520"/>
            <a:chOff x="274680" y="4648320"/>
            <a:chExt cx="8569800" cy="389520"/>
          </a:xfrm>
        </p:grpSpPr>
        <p:grpSp>
          <p:nvGrpSpPr>
            <p:cNvPr id="358" name="Group 7"/>
            <p:cNvGrpSpPr/>
            <p:nvPr/>
          </p:nvGrpSpPr>
          <p:grpSpPr>
            <a:xfrm>
              <a:off x="274680" y="4736160"/>
              <a:ext cx="1265760" cy="301680"/>
              <a:chOff x="274680" y="4736160"/>
              <a:chExt cx="1265760" cy="301680"/>
            </a:xfrm>
          </p:grpSpPr>
          <p:grpSp>
            <p:nvGrpSpPr>
              <p:cNvPr id="359" name="Graphic 8"/>
              <p:cNvGrpSpPr/>
              <p:nvPr/>
            </p:nvGrpSpPr>
            <p:grpSpPr>
              <a:xfrm>
                <a:off x="274680" y="4736520"/>
                <a:ext cx="483840" cy="301320"/>
                <a:chOff x="274680" y="4736520"/>
                <a:chExt cx="483840" cy="301320"/>
              </a:xfrm>
            </p:grpSpPr>
            <p:sp>
              <p:nvSpPr>
                <p:cNvPr id="360"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61"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362" name="Graphic 8"/>
              <p:cNvGrpSpPr/>
              <p:nvPr/>
            </p:nvGrpSpPr>
            <p:grpSpPr>
              <a:xfrm>
                <a:off x="823320" y="4736160"/>
                <a:ext cx="717120" cy="300240"/>
                <a:chOff x="823320" y="4736160"/>
                <a:chExt cx="717120" cy="300240"/>
              </a:xfrm>
            </p:grpSpPr>
            <p:sp>
              <p:nvSpPr>
                <p:cNvPr id="363"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64"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65"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66"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67"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68"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69"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70"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71"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72"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73"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74"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75"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76"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377"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78"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79"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80"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81"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82"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83"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384"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385"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386" name="Graphic 8"/>
            <p:cNvGrpSpPr/>
            <p:nvPr/>
          </p:nvGrpSpPr>
          <p:grpSpPr>
            <a:xfrm>
              <a:off x="8409600" y="4648320"/>
              <a:ext cx="434880" cy="386640"/>
              <a:chOff x="8409600" y="4648320"/>
              <a:chExt cx="434880" cy="386640"/>
            </a:xfrm>
          </p:grpSpPr>
          <p:sp>
            <p:nvSpPr>
              <p:cNvPr id="387"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88"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89"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90"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91"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92"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393"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394" name="Rectangle 4"/>
          <p:cNvSpPr/>
          <p:nvPr/>
        </p:nvSpPr>
        <p:spPr>
          <a:xfrm>
            <a:off x="71280" y="4552920"/>
            <a:ext cx="9010800" cy="589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
        <p:nvSpPr>
          <p:cNvPr id="395" name="PlaceHolder 1"/>
          <p:cNvSpPr>
            <a:spLocks noGrp="1"/>
          </p:cNvSpPr>
          <p:nvPr>
            <p:ph type="sldNum" idx="15"/>
          </p:nvPr>
        </p:nvSpPr>
        <p:spPr>
          <a:xfrm>
            <a:off x="4312440" y="4923720"/>
            <a:ext cx="299520" cy="126000"/>
          </a:xfrm>
          <a:prstGeom prst="rect">
            <a:avLst/>
          </a:prstGeom>
          <a:noFill/>
          <a:ln w="9360">
            <a:noFill/>
          </a:ln>
        </p:spPr>
        <p:txBody>
          <a:bodyPr lIns="68760" tIns="34200" rIns="68760" bIns="34200" numCol="1" spcCol="0" anchor="ctr">
            <a:noAutofit/>
          </a:bodyPr>
          <a:lstStyle>
            <a:lvl1pPr indent="0" defTabSz="457200">
              <a:lnSpc>
                <a:spcPct val="100000"/>
              </a:lnSpc>
              <a:buNone/>
              <a:tabLst>
                <a:tab pos="0" algn="l"/>
              </a:tabLst>
              <a:defRPr lang="en-IN" sz="800" b="1" strike="noStrike" spc="-1">
                <a:solidFill>
                  <a:schemeClr val="lt1">
                    <a:lumMod val="65000"/>
                  </a:schemeClr>
                </a:solidFill>
                <a:latin typeface="Calibri"/>
              </a:defRPr>
            </a:lvl1pPr>
          </a:lstStyle>
          <a:p>
            <a:pPr indent="0" defTabSz="457200">
              <a:lnSpc>
                <a:spcPct val="100000"/>
              </a:lnSpc>
              <a:buNone/>
              <a:tabLst>
                <a:tab pos="0" algn="l"/>
              </a:tabLst>
            </a:pPr>
            <a:fld id="{EE9D5703-1CD1-4068-A343-A41A149BCD3A}" type="slidenum">
              <a:rPr lang="en-IN" sz="800" b="1" strike="noStrike" spc="-1">
                <a:solidFill>
                  <a:schemeClr val="lt1">
                    <a:lumMod val="65000"/>
                  </a:schemeClr>
                </a:solidFill>
                <a:latin typeface="Calibri"/>
              </a:rPr>
              <a:t>‹#›</a:t>
            </a:fld>
            <a:endParaRPr lang="en-US" sz="8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96"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397" name="Straight Connector 44"/>
          <p:cNvCxnSpPr/>
          <p:nvPr/>
        </p:nvCxnSpPr>
        <p:spPr>
          <a:xfrm>
            <a:off x="90720" y="273240"/>
            <a:ext cx="108720" cy="1080"/>
          </a:xfrm>
          <a:prstGeom prst="straightConnector1">
            <a:avLst/>
          </a:prstGeom>
          <a:ln w="9525" cap="rnd">
            <a:solidFill>
              <a:srgbClr val="4E84C4"/>
            </a:solidFill>
            <a:round/>
          </a:ln>
        </p:spPr>
      </p:cxnSp>
      <p:sp>
        <p:nvSpPr>
          <p:cNvPr id="398"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399" name="Rectangle 46"/>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400" name="Straight Connector 9"/>
          <p:cNvCxnSpPr/>
          <p:nvPr/>
        </p:nvCxnSpPr>
        <p:spPr>
          <a:xfrm>
            <a:off x="4578120" y="4923360"/>
            <a:ext cx="1080" cy="128160"/>
          </a:xfrm>
          <a:prstGeom prst="straightConnector1">
            <a:avLst/>
          </a:prstGeom>
          <a:ln w="0">
            <a:solidFill>
              <a:srgbClr val="808285"/>
            </a:solidFill>
          </a:ln>
        </p:spPr>
      </p:cxnSp>
      <p:grpSp>
        <p:nvGrpSpPr>
          <p:cNvPr id="401" name="Group 84"/>
          <p:cNvGrpSpPr/>
          <p:nvPr/>
        </p:nvGrpSpPr>
        <p:grpSpPr>
          <a:xfrm>
            <a:off x="274680" y="4648320"/>
            <a:ext cx="8569800" cy="389520"/>
            <a:chOff x="274680" y="4648320"/>
            <a:chExt cx="8569800" cy="389520"/>
          </a:xfrm>
        </p:grpSpPr>
        <p:grpSp>
          <p:nvGrpSpPr>
            <p:cNvPr id="402" name="Group 7"/>
            <p:cNvGrpSpPr/>
            <p:nvPr/>
          </p:nvGrpSpPr>
          <p:grpSpPr>
            <a:xfrm>
              <a:off x="274680" y="4736160"/>
              <a:ext cx="1265760" cy="301680"/>
              <a:chOff x="274680" y="4736160"/>
              <a:chExt cx="1265760" cy="301680"/>
            </a:xfrm>
          </p:grpSpPr>
          <p:grpSp>
            <p:nvGrpSpPr>
              <p:cNvPr id="403" name="Graphic 8"/>
              <p:cNvGrpSpPr/>
              <p:nvPr/>
            </p:nvGrpSpPr>
            <p:grpSpPr>
              <a:xfrm>
                <a:off x="274680" y="4736520"/>
                <a:ext cx="483840" cy="301320"/>
                <a:chOff x="274680" y="4736520"/>
                <a:chExt cx="483840" cy="301320"/>
              </a:xfrm>
            </p:grpSpPr>
            <p:sp>
              <p:nvSpPr>
                <p:cNvPr id="404"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05"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406" name="Graphic 8"/>
              <p:cNvGrpSpPr/>
              <p:nvPr/>
            </p:nvGrpSpPr>
            <p:grpSpPr>
              <a:xfrm>
                <a:off x="823320" y="4736160"/>
                <a:ext cx="717120" cy="300240"/>
                <a:chOff x="823320" y="4736160"/>
                <a:chExt cx="717120" cy="300240"/>
              </a:xfrm>
            </p:grpSpPr>
            <p:sp>
              <p:nvSpPr>
                <p:cNvPr id="407"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08"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09"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10"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11"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12"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13"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14"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15"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16"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17"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18"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19"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0"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421"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2"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3"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4"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5"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6"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27"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28"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29"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430" name="Graphic 8"/>
            <p:cNvGrpSpPr/>
            <p:nvPr/>
          </p:nvGrpSpPr>
          <p:grpSpPr>
            <a:xfrm>
              <a:off x="8409600" y="4648320"/>
              <a:ext cx="434880" cy="386640"/>
              <a:chOff x="8409600" y="4648320"/>
              <a:chExt cx="434880" cy="386640"/>
            </a:xfrm>
          </p:grpSpPr>
          <p:sp>
            <p:nvSpPr>
              <p:cNvPr id="431"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32"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33"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34"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35"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36"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37"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438" name="Rectangle 4"/>
          <p:cNvSpPr/>
          <p:nvPr/>
        </p:nvSpPr>
        <p:spPr>
          <a:xfrm>
            <a:off x="71280" y="4552920"/>
            <a:ext cx="9010800" cy="589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grpSp>
        <p:nvGrpSpPr>
          <p:cNvPr id="439" name="Group 1"/>
          <p:cNvGrpSpPr/>
          <p:nvPr/>
        </p:nvGrpSpPr>
        <p:grpSpPr>
          <a:xfrm>
            <a:off x="268560" y="159120"/>
            <a:ext cx="8555400" cy="450720"/>
            <a:chOff x="268560" y="159120"/>
            <a:chExt cx="8555400" cy="450720"/>
          </a:xfrm>
        </p:grpSpPr>
        <p:grpSp>
          <p:nvGrpSpPr>
            <p:cNvPr id="440" name="Group 2"/>
            <p:cNvGrpSpPr/>
            <p:nvPr/>
          </p:nvGrpSpPr>
          <p:grpSpPr>
            <a:xfrm>
              <a:off x="268560" y="258840"/>
              <a:ext cx="1474200" cy="351000"/>
              <a:chOff x="268560" y="258840"/>
              <a:chExt cx="1474200" cy="351000"/>
            </a:xfrm>
          </p:grpSpPr>
          <p:grpSp>
            <p:nvGrpSpPr>
              <p:cNvPr id="441" name="Graphic 8"/>
              <p:cNvGrpSpPr/>
              <p:nvPr/>
            </p:nvGrpSpPr>
            <p:grpSpPr>
              <a:xfrm>
                <a:off x="268560" y="258840"/>
                <a:ext cx="563760" cy="351000"/>
                <a:chOff x="268560" y="258840"/>
                <a:chExt cx="563760" cy="351000"/>
              </a:xfrm>
            </p:grpSpPr>
            <p:sp>
              <p:nvSpPr>
                <p:cNvPr id="442" name="Freeform: Shape 38"/>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43" name="Freeform: Shape 39"/>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444" name="Graphic 8"/>
              <p:cNvGrpSpPr/>
              <p:nvPr/>
            </p:nvGrpSpPr>
            <p:grpSpPr>
              <a:xfrm>
                <a:off x="907560" y="258840"/>
                <a:ext cx="835200" cy="349560"/>
                <a:chOff x="907560" y="258840"/>
                <a:chExt cx="835200" cy="349560"/>
              </a:xfrm>
            </p:grpSpPr>
            <p:sp>
              <p:nvSpPr>
                <p:cNvPr id="445" name="Freeform: Shape 15"/>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46" name="Freeform: Shape 16"/>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47" name="Freeform: Shape 17"/>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48" name="Freeform: Shape 18"/>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49" name="Freeform: Shape 19"/>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50" name="Freeform: Shape 20"/>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51" name="Freeform: Shape 21"/>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52" name="Freeform: Shape 22"/>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53" name="Freeform: Shape 23"/>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54" name="Freeform: Shape 24"/>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55" name="Freeform: Shape 25"/>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56" name="Freeform: Shape 26"/>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57" name="Freeform: Shape 27"/>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58" name="Freeform: Shape 28"/>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459" name="Freeform: Shape 29"/>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60" name="Freeform: Shape 30"/>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61" name="Freeform: Shape 31"/>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62" name="Freeform: Shape 32"/>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63" name="Freeform: Shape 33"/>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64" name="Freeform: Shape 34"/>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65" name="Freeform: Shape 35"/>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66" name="Freeform: Shape 36"/>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467" name="Freeform: Shape 37"/>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468" name="Graphic 8"/>
            <p:cNvGrpSpPr/>
            <p:nvPr/>
          </p:nvGrpSpPr>
          <p:grpSpPr>
            <a:xfrm>
              <a:off x="8317440" y="159120"/>
              <a:ext cx="506520" cy="450720"/>
              <a:chOff x="8317440" y="159120"/>
              <a:chExt cx="506520" cy="450720"/>
            </a:xfrm>
          </p:grpSpPr>
          <p:sp>
            <p:nvSpPr>
              <p:cNvPr id="469" name="Freeform: Shape 6"/>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70" name="Freeform: Shape 7"/>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71" name="Freeform: Shape 8"/>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72" name="Freeform: Shape 9"/>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73" name="Freeform: Shape 10"/>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74" name="Freeform: Shape 11"/>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75" name="Freeform: Shape 12"/>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pic>
        <p:nvPicPr>
          <p:cNvPr id="476" name="Graphic 41"/>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
        <p:nvSpPr>
          <p:cNvPr id="477" name="PlaceHolder 1"/>
          <p:cNvSpPr>
            <a:spLocks noGrp="1"/>
          </p:cNvSpPr>
          <p:nvPr>
            <p:ph type="sldNum" idx="16"/>
          </p:nvPr>
        </p:nvSpPr>
        <p:spPr>
          <a:xfrm>
            <a:off x="4312440" y="4923720"/>
            <a:ext cx="299520" cy="126000"/>
          </a:xfrm>
          <a:prstGeom prst="rect">
            <a:avLst/>
          </a:prstGeom>
          <a:noFill/>
          <a:ln w="9360">
            <a:noFill/>
          </a:ln>
        </p:spPr>
        <p:txBody>
          <a:bodyPr lIns="68760" tIns="34200" rIns="68760" bIns="34200" numCol="1" spcCol="0" anchor="ctr">
            <a:noAutofit/>
          </a:bodyPr>
          <a:lstStyle>
            <a:lvl1pPr indent="0" defTabSz="457200">
              <a:lnSpc>
                <a:spcPct val="100000"/>
              </a:lnSpc>
              <a:buNone/>
              <a:tabLst>
                <a:tab pos="0" algn="l"/>
              </a:tabLst>
              <a:defRPr lang="en-IN" sz="800" b="1" strike="noStrike" spc="-1">
                <a:solidFill>
                  <a:schemeClr val="lt1">
                    <a:lumMod val="65000"/>
                  </a:schemeClr>
                </a:solidFill>
                <a:latin typeface="Calibri"/>
              </a:defRPr>
            </a:lvl1pPr>
          </a:lstStyle>
          <a:p>
            <a:pPr indent="0" defTabSz="457200">
              <a:lnSpc>
                <a:spcPct val="100000"/>
              </a:lnSpc>
              <a:buNone/>
              <a:tabLst>
                <a:tab pos="0" algn="l"/>
              </a:tabLst>
            </a:pPr>
            <a:fld id="{62E07FD1-DC99-4C51-9B38-72D4CD2E2263}" type="slidenum">
              <a:rPr lang="en-IN" sz="800" b="1" strike="noStrike" spc="-1">
                <a:solidFill>
                  <a:schemeClr val="lt1">
                    <a:lumMod val="65000"/>
                  </a:schemeClr>
                </a:solidFill>
                <a:latin typeface="Calibri"/>
              </a:rPr>
              <a:t>‹#›</a:t>
            </a:fld>
            <a:endParaRPr lang="en-US" sz="8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00"/>
            </a:gs>
            <a:gs pos="100000">
              <a:srgbClr val="000000"/>
            </a:gs>
          </a:gsLst>
          <a:lin ang="18900000"/>
        </a:gradFill>
        <a:effectLst/>
      </p:bgPr>
    </p:bg>
    <p:spTree>
      <p:nvGrpSpPr>
        <p:cNvPr id="1" name=""/>
        <p:cNvGrpSpPr/>
        <p:nvPr/>
      </p:nvGrpSpPr>
      <p:grpSpPr>
        <a:xfrm>
          <a:off x="0" y="0"/>
          <a:ext cx="0" cy="0"/>
          <a:chOff x="0" y="0"/>
          <a:chExt cx="0" cy="0"/>
        </a:xfrm>
      </p:grpSpPr>
      <p:sp>
        <p:nvSpPr>
          <p:cNvPr id="478" name="Rectangle 6"/>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479" name="Straight Connector 44"/>
          <p:cNvCxnSpPr/>
          <p:nvPr/>
        </p:nvCxnSpPr>
        <p:spPr>
          <a:xfrm>
            <a:off x="90720" y="273240"/>
            <a:ext cx="108720" cy="1080"/>
          </a:xfrm>
          <a:prstGeom prst="straightConnector1">
            <a:avLst/>
          </a:prstGeom>
          <a:ln w="9525" cap="rnd">
            <a:solidFill>
              <a:srgbClr val="4E84C4"/>
            </a:solidFill>
            <a:round/>
          </a:ln>
        </p:spPr>
      </p:cxnSp>
      <p:sp>
        <p:nvSpPr>
          <p:cNvPr id="480" name="TextBox 45"/>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900" b="0" strike="noStrike" spc="-1">
              <a:solidFill>
                <a:schemeClr val="dk1"/>
              </a:solidFill>
              <a:latin typeface="Calibri Light"/>
            </a:endParaRPr>
          </a:p>
        </p:txBody>
      </p:sp>
      <p:sp>
        <p:nvSpPr>
          <p:cNvPr id="481" name="Rectangle 46"/>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cxnSp>
        <p:nvCxnSpPr>
          <p:cNvPr id="482" name="Straight Connector 9"/>
          <p:cNvCxnSpPr/>
          <p:nvPr/>
        </p:nvCxnSpPr>
        <p:spPr>
          <a:xfrm>
            <a:off x="4578120" y="4923360"/>
            <a:ext cx="1080" cy="128160"/>
          </a:xfrm>
          <a:prstGeom prst="straightConnector1">
            <a:avLst/>
          </a:prstGeom>
          <a:ln w="0">
            <a:solidFill>
              <a:srgbClr val="808285"/>
            </a:solidFill>
          </a:ln>
        </p:spPr>
      </p:cxnSp>
      <p:grpSp>
        <p:nvGrpSpPr>
          <p:cNvPr id="483" name="Group 84"/>
          <p:cNvGrpSpPr/>
          <p:nvPr/>
        </p:nvGrpSpPr>
        <p:grpSpPr>
          <a:xfrm>
            <a:off x="274680" y="4648320"/>
            <a:ext cx="8569800" cy="389520"/>
            <a:chOff x="274680" y="4648320"/>
            <a:chExt cx="8569800" cy="389520"/>
          </a:xfrm>
        </p:grpSpPr>
        <p:grpSp>
          <p:nvGrpSpPr>
            <p:cNvPr id="484" name="Group 7"/>
            <p:cNvGrpSpPr/>
            <p:nvPr/>
          </p:nvGrpSpPr>
          <p:grpSpPr>
            <a:xfrm>
              <a:off x="274680" y="4736160"/>
              <a:ext cx="1265760" cy="301680"/>
              <a:chOff x="274680" y="4736160"/>
              <a:chExt cx="1265760" cy="301680"/>
            </a:xfrm>
          </p:grpSpPr>
          <p:grpSp>
            <p:nvGrpSpPr>
              <p:cNvPr id="485" name="Graphic 8"/>
              <p:cNvGrpSpPr/>
              <p:nvPr/>
            </p:nvGrpSpPr>
            <p:grpSpPr>
              <a:xfrm>
                <a:off x="274680" y="4736520"/>
                <a:ext cx="483840" cy="301320"/>
                <a:chOff x="274680" y="4736520"/>
                <a:chExt cx="483840" cy="301320"/>
              </a:xfrm>
            </p:grpSpPr>
            <p:sp>
              <p:nvSpPr>
                <p:cNvPr id="486" name="Freeform: Shape 42"/>
                <p:cNvSpPr/>
                <p:nvPr/>
              </p:nvSpPr>
              <p:spPr>
                <a:xfrm>
                  <a:off x="27468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487" name="Freeform: Shape 43"/>
                <p:cNvSpPr/>
                <p:nvPr/>
              </p:nvSpPr>
              <p:spPr>
                <a:xfrm>
                  <a:off x="62676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488" name="Graphic 8"/>
              <p:cNvGrpSpPr/>
              <p:nvPr/>
            </p:nvGrpSpPr>
            <p:grpSpPr>
              <a:xfrm>
                <a:off x="823320" y="4736160"/>
                <a:ext cx="717120" cy="300240"/>
                <a:chOff x="823320" y="4736160"/>
                <a:chExt cx="717120" cy="300240"/>
              </a:xfrm>
            </p:grpSpPr>
            <p:sp>
              <p:nvSpPr>
                <p:cNvPr id="489" name="Freeform: Shape 19"/>
                <p:cNvSpPr/>
                <p:nvPr/>
              </p:nvSpPr>
              <p:spPr>
                <a:xfrm>
                  <a:off x="82332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0" name="Freeform: Shape 20"/>
                <p:cNvSpPr/>
                <p:nvPr/>
              </p:nvSpPr>
              <p:spPr>
                <a:xfrm>
                  <a:off x="88884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1" name="Freeform: Shape 21"/>
                <p:cNvSpPr/>
                <p:nvPr/>
              </p:nvSpPr>
              <p:spPr>
                <a:xfrm>
                  <a:off x="97164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2" name="Freeform: Shape 22"/>
                <p:cNvSpPr/>
                <p:nvPr/>
              </p:nvSpPr>
              <p:spPr>
                <a:xfrm>
                  <a:off x="10371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3" name="Freeform: Shape 23"/>
                <p:cNvSpPr/>
                <p:nvPr/>
              </p:nvSpPr>
              <p:spPr>
                <a:xfrm>
                  <a:off x="1343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4" name="Freeform: Shape 24"/>
                <p:cNvSpPr/>
                <p:nvPr/>
              </p:nvSpPr>
              <p:spPr>
                <a:xfrm>
                  <a:off x="126684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5" name="Freeform: Shape 25"/>
                <p:cNvSpPr/>
                <p:nvPr/>
              </p:nvSpPr>
              <p:spPr>
                <a:xfrm>
                  <a:off x="104148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96" name="Freeform: Shape 26"/>
                <p:cNvSpPr/>
                <p:nvPr/>
              </p:nvSpPr>
              <p:spPr>
                <a:xfrm>
                  <a:off x="8233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497" name="Freeform: Shape 27"/>
                <p:cNvSpPr/>
                <p:nvPr/>
              </p:nvSpPr>
              <p:spPr>
                <a:xfrm>
                  <a:off x="121464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8" name="Freeform: Shape 28"/>
                <p:cNvSpPr/>
                <p:nvPr/>
              </p:nvSpPr>
              <p:spPr>
                <a:xfrm>
                  <a:off x="147888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499" name="Freeform: Shape 29"/>
                <p:cNvSpPr/>
                <p:nvPr/>
              </p:nvSpPr>
              <p:spPr>
                <a:xfrm>
                  <a:off x="88596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500" name="Freeform: Shape 30"/>
                <p:cNvSpPr/>
                <p:nvPr/>
              </p:nvSpPr>
              <p:spPr>
                <a:xfrm>
                  <a:off x="141552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501" name="Freeform: Shape 31"/>
                <p:cNvSpPr/>
                <p:nvPr/>
              </p:nvSpPr>
              <p:spPr>
                <a:xfrm>
                  <a:off x="117756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02" name="Freeform: Shape 32"/>
                <p:cNvSpPr/>
                <p:nvPr/>
              </p:nvSpPr>
              <p:spPr>
                <a:xfrm>
                  <a:off x="110268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503" name="Freeform: Shape 33"/>
                <p:cNvSpPr/>
                <p:nvPr/>
              </p:nvSpPr>
              <p:spPr>
                <a:xfrm>
                  <a:off x="96876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04" name="Freeform: Shape 34"/>
                <p:cNvSpPr/>
                <p:nvPr/>
              </p:nvSpPr>
              <p:spPr>
                <a:xfrm>
                  <a:off x="107424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05" name="Freeform: Shape 35"/>
                <p:cNvSpPr/>
                <p:nvPr/>
              </p:nvSpPr>
              <p:spPr>
                <a:xfrm>
                  <a:off x="94248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06" name="Freeform: Shape 36"/>
                <p:cNvSpPr/>
                <p:nvPr/>
              </p:nvSpPr>
              <p:spPr>
                <a:xfrm>
                  <a:off x="99972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07" name="Freeform: Shape 37"/>
                <p:cNvSpPr/>
                <p:nvPr/>
              </p:nvSpPr>
              <p:spPr>
                <a:xfrm>
                  <a:off x="1169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08" name="Freeform: Shape 38"/>
                <p:cNvSpPr/>
                <p:nvPr/>
              </p:nvSpPr>
              <p:spPr>
                <a:xfrm>
                  <a:off x="109980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509" name="Freeform: Shape 39"/>
                <p:cNvSpPr/>
                <p:nvPr/>
              </p:nvSpPr>
              <p:spPr>
                <a:xfrm>
                  <a:off x="82332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510" name="Freeform: Shape 40"/>
                <p:cNvSpPr/>
                <p:nvPr/>
              </p:nvSpPr>
              <p:spPr>
                <a:xfrm>
                  <a:off x="88488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511" name="Freeform: Shape 41"/>
                <p:cNvSpPr/>
                <p:nvPr/>
              </p:nvSpPr>
              <p:spPr>
                <a:xfrm>
                  <a:off x="122400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512" name="Graphic 8"/>
            <p:cNvGrpSpPr/>
            <p:nvPr/>
          </p:nvGrpSpPr>
          <p:grpSpPr>
            <a:xfrm>
              <a:off x="8409600" y="4648320"/>
              <a:ext cx="434880" cy="386640"/>
              <a:chOff x="8409600" y="4648320"/>
              <a:chExt cx="434880" cy="386640"/>
            </a:xfrm>
          </p:grpSpPr>
          <p:sp>
            <p:nvSpPr>
              <p:cNvPr id="513" name="Freeform: Shape 10"/>
              <p:cNvSpPr/>
              <p:nvPr/>
            </p:nvSpPr>
            <p:spPr>
              <a:xfrm>
                <a:off x="840960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14" name="Freeform: Shape 11"/>
              <p:cNvSpPr/>
              <p:nvPr/>
            </p:nvSpPr>
            <p:spPr>
              <a:xfrm>
                <a:off x="850356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15" name="Freeform: Shape 12"/>
              <p:cNvSpPr/>
              <p:nvPr/>
            </p:nvSpPr>
            <p:spPr>
              <a:xfrm>
                <a:off x="8622360" y="492552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16" name="Freeform: Shape 13"/>
              <p:cNvSpPr/>
              <p:nvPr/>
            </p:nvSpPr>
            <p:spPr>
              <a:xfrm>
                <a:off x="8716680" y="492552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17" name="Freeform: Shape 14"/>
              <p:cNvSpPr/>
              <p:nvPr/>
            </p:nvSpPr>
            <p:spPr>
              <a:xfrm>
                <a:off x="8473320" y="464832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18" name="Freeform: Shape 15"/>
              <p:cNvSpPr/>
              <p:nvPr/>
            </p:nvSpPr>
            <p:spPr>
              <a:xfrm>
                <a:off x="86569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19" name="Freeform: Shape 16"/>
              <p:cNvSpPr/>
              <p:nvPr/>
            </p:nvSpPr>
            <p:spPr>
              <a:xfrm>
                <a:off x="8464320" y="472644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520" name="Rectangle 4"/>
          <p:cNvSpPr/>
          <p:nvPr/>
        </p:nvSpPr>
        <p:spPr>
          <a:xfrm>
            <a:off x="71280" y="4552920"/>
            <a:ext cx="9010800" cy="589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
        <p:nvSpPr>
          <p:cNvPr id="521" name="Rectangle 40"/>
          <p:cNvSpPr/>
          <p:nvPr/>
        </p:nvSpPr>
        <p:spPr>
          <a:xfrm>
            <a:off x="0" y="-11520"/>
            <a:ext cx="9142920" cy="5165280"/>
          </a:xfrm>
          <a:prstGeom prst="rect">
            <a:avLst/>
          </a:prstGeom>
          <a:gradFill rotWithShape="0">
            <a:gsLst>
              <a:gs pos="0">
                <a:srgbClr val="4E84C4"/>
              </a:gs>
              <a:gs pos="95000">
                <a:srgbClr val="000000"/>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grpSp>
        <p:nvGrpSpPr>
          <p:cNvPr id="522" name="Group 1"/>
          <p:cNvGrpSpPr/>
          <p:nvPr/>
        </p:nvGrpSpPr>
        <p:grpSpPr>
          <a:xfrm>
            <a:off x="268560" y="159120"/>
            <a:ext cx="8555400" cy="450720"/>
            <a:chOff x="268560" y="159120"/>
            <a:chExt cx="8555400" cy="450720"/>
          </a:xfrm>
        </p:grpSpPr>
        <p:grpSp>
          <p:nvGrpSpPr>
            <p:cNvPr id="523" name="Group 2"/>
            <p:cNvGrpSpPr/>
            <p:nvPr/>
          </p:nvGrpSpPr>
          <p:grpSpPr>
            <a:xfrm>
              <a:off x="268560" y="258840"/>
              <a:ext cx="1474200" cy="351000"/>
              <a:chOff x="268560" y="258840"/>
              <a:chExt cx="1474200" cy="351000"/>
            </a:xfrm>
          </p:grpSpPr>
          <p:grpSp>
            <p:nvGrpSpPr>
              <p:cNvPr id="524" name="Graphic 8"/>
              <p:cNvGrpSpPr/>
              <p:nvPr/>
            </p:nvGrpSpPr>
            <p:grpSpPr>
              <a:xfrm>
                <a:off x="268560" y="258840"/>
                <a:ext cx="563760" cy="351000"/>
                <a:chOff x="268560" y="258840"/>
                <a:chExt cx="563760" cy="351000"/>
              </a:xfrm>
            </p:grpSpPr>
            <p:sp>
              <p:nvSpPr>
                <p:cNvPr id="525" name="Freeform: Shape 38"/>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26" name="Freeform: Shape 39"/>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527" name="Graphic 8"/>
              <p:cNvGrpSpPr/>
              <p:nvPr/>
            </p:nvGrpSpPr>
            <p:grpSpPr>
              <a:xfrm>
                <a:off x="907560" y="258840"/>
                <a:ext cx="835200" cy="349560"/>
                <a:chOff x="907560" y="258840"/>
                <a:chExt cx="835200" cy="349560"/>
              </a:xfrm>
            </p:grpSpPr>
            <p:sp>
              <p:nvSpPr>
                <p:cNvPr id="528" name="Freeform: Shape 15"/>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29" name="Freeform: Shape 16"/>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0" name="Freeform: Shape 17"/>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1" name="Freeform: Shape 18"/>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2" name="Freeform: Shape 19"/>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3" name="Freeform: Shape 20"/>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4" name="Freeform: Shape 21"/>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35" name="Freeform: Shape 22"/>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36" name="Freeform: Shape 23"/>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7" name="Freeform: Shape 24"/>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38" name="Freeform: Shape 25"/>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39" name="Freeform: Shape 26"/>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40" name="Freeform: Shape 27"/>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41" name="Freeform: Shape 28"/>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542" name="Freeform: Shape 29"/>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43" name="Freeform: Shape 30"/>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44" name="Freeform: Shape 31"/>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45" name="Freeform: Shape 32"/>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46" name="Freeform: Shape 33"/>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47" name="Freeform: Shape 34"/>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48" name="Freeform: Shape 35"/>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49" name="Freeform: Shape 36"/>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50" name="Freeform: Shape 37"/>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551" name="Graphic 8"/>
            <p:cNvGrpSpPr/>
            <p:nvPr/>
          </p:nvGrpSpPr>
          <p:grpSpPr>
            <a:xfrm>
              <a:off x="8317440" y="159120"/>
              <a:ext cx="506520" cy="450720"/>
              <a:chOff x="8317440" y="159120"/>
              <a:chExt cx="506520" cy="450720"/>
            </a:xfrm>
          </p:grpSpPr>
          <p:sp>
            <p:nvSpPr>
              <p:cNvPr id="552" name="Freeform: Shape 6"/>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53" name="Freeform: Shape 7"/>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54" name="Freeform: Shape 8"/>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55" name="Freeform: Shape 9"/>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56" name="Freeform: Shape 10"/>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57" name="Freeform: Shape 11"/>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58" name="Freeform: Shape 12"/>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pic>
        <p:nvPicPr>
          <p:cNvPr id="559" name="Graphic 45"/>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560" name="Graphic 6"/>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
        <p:nvSpPr>
          <p:cNvPr id="561" name="Rectangle 7"/>
          <p:cNvSpPr/>
          <p:nvPr/>
        </p:nvSpPr>
        <p:spPr>
          <a:xfrm>
            <a:off x="70560" y="100800"/>
            <a:ext cx="147240" cy="144720"/>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562" name="Straight Connector 9"/>
          <p:cNvCxnSpPr/>
          <p:nvPr/>
        </p:nvCxnSpPr>
        <p:spPr>
          <a:xfrm>
            <a:off x="90720" y="273240"/>
            <a:ext cx="108720" cy="1080"/>
          </a:xfrm>
          <a:prstGeom prst="straightConnector1">
            <a:avLst/>
          </a:prstGeom>
          <a:ln w="0">
            <a:solidFill>
              <a:srgbClr val="E41165"/>
            </a:solidFill>
          </a:ln>
        </p:spPr>
      </p:cxnSp>
      <p:sp>
        <p:nvSpPr>
          <p:cNvPr id="563" name="TextBox 10"/>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600" b="0" strike="noStrike" spc="-1">
              <a:solidFill>
                <a:schemeClr val="dk1"/>
              </a:solidFill>
              <a:latin typeface="Calibri Light"/>
            </a:endParaRPr>
          </a:p>
        </p:txBody>
      </p:sp>
      <p:sp>
        <p:nvSpPr>
          <p:cNvPr id="564" name="Rectangle 11"/>
          <p:cNvSpPr/>
          <p:nvPr/>
        </p:nvSpPr>
        <p:spPr>
          <a:xfrm>
            <a:off x="37440" y="63720"/>
            <a:ext cx="214200" cy="3945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grpSp>
        <p:nvGrpSpPr>
          <p:cNvPr id="565" name="Group 8"/>
          <p:cNvGrpSpPr/>
          <p:nvPr/>
        </p:nvGrpSpPr>
        <p:grpSpPr>
          <a:xfrm>
            <a:off x="268560" y="159120"/>
            <a:ext cx="8555400" cy="450720"/>
            <a:chOff x="268560" y="159120"/>
            <a:chExt cx="8555400" cy="450720"/>
          </a:xfrm>
        </p:grpSpPr>
        <p:grpSp>
          <p:nvGrpSpPr>
            <p:cNvPr id="566" name="Group 12"/>
            <p:cNvGrpSpPr/>
            <p:nvPr/>
          </p:nvGrpSpPr>
          <p:grpSpPr>
            <a:xfrm>
              <a:off x="268560" y="258840"/>
              <a:ext cx="1474200" cy="351000"/>
              <a:chOff x="268560" y="258840"/>
              <a:chExt cx="1474200" cy="351000"/>
            </a:xfrm>
          </p:grpSpPr>
          <p:grpSp>
            <p:nvGrpSpPr>
              <p:cNvPr id="567" name="Graphic 8"/>
              <p:cNvGrpSpPr/>
              <p:nvPr/>
            </p:nvGrpSpPr>
            <p:grpSpPr>
              <a:xfrm>
                <a:off x="268560" y="258840"/>
                <a:ext cx="563760" cy="351000"/>
                <a:chOff x="268560" y="258840"/>
                <a:chExt cx="563760" cy="351000"/>
              </a:xfrm>
            </p:grpSpPr>
            <p:sp>
              <p:nvSpPr>
                <p:cNvPr id="568" name="Freeform: Shape 46"/>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69" name="Freeform: Shape 47"/>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570" name="Graphic 8"/>
              <p:cNvGrpSpPr/>
              <p:nvPr/>
            </p:nvGrpSpPr>
            <p:grpSpPr>
              <a:xfrm>
                <a:off x="907560" y="258840"/>
                <a:ext cx="835200" cy="349560"/>
                <a:chOff x="907560" y="258840"/>
                <a:chExt cx="835200" cy="349560"/>
              </a:xfrm>
            </p:grpSpPr>
            <p:sp>
              <p:nvSpPr>
                <p:cNvPr id="571" name="Freeform: Shape 23"/>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72" name="Freeform: Shape 24"/>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73" name="Freeform: Shape 25"/>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74" name="Freeform: Shape 26"/>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75" name="Freeform: Shape 27"/>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76" name="Freeform: Shape 28"/>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77" name="Freeform: Shape 29"/>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78" name="Freeform: Shape 30"/>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79" name="Freeform: Shape 31"/>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0" name="Freeform: Shape 32"/>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1" name="Freeform: Shape 33"/>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82" name="Freeform: Shape 34"/>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83" name="Freeform: Shape 35"/>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4" name="Freeform: Shape 36"/>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585" name="Freeform: Shape 37"/>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6" name="Freeform: Shape 38"/>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7" name="Freeform: Shape 39"/>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8" name="Freeform: Shape 40"/>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89" name="Freeform: Shape 41"/>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90" name="Freeform: Shape 42"/>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91" name="Freeform: Shape 43"/>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92" name="Freeform: Shape 44"/>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593" name="Freeform: Shape 45"/>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594" name="Graphic 8"/>
            <p:cNvGrpSpPr/>
            <p:nvPr/>
          </p:nvGrpSpPr>
          <p:grpSpPr>
            <a:xfrm>
              <a:off x="8317440" y="159120"/>
              <a:ext cx="506520" cy="450720"/>
              <a:chOff x="8317440" y="159120"/>
              <a:chExt cx="506520" cy="450720"/>
            </a:xfrm>
          </p:grpSpPr>
          <p:sp>
            <p:nvSpPr>
              <p:cNvPr id="595" name="Freeform: Shape 14"/>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96" name="Freeform: Shape 15"/>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97" name="Freeform: Shape 16"/>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98" name="Freeform: Shape 17"/>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599" name="Freeform: Shape 18"/>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00" name="Freeform: Shape 19"/>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01" name="Freeform: Shape 20"/>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02" name="Graphic 4"/>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grpSp>
        <p:nvGrpSpPr>
          <p:cNvPr id="603" name="Group 6"/>
          <p:cNvGrpSpPr/>
          <p:nvPr/>
        </p:nvGrpSpPr>
        <p:grpSpPr>
          <a:xfrm>
            <a:off x="268560" y="159120"/>
            <a:ext cx="8555400" cy="450720"/>
            <a:chOff x="268560" y="159120"/>
            <a:chExt cx="8555400" cy="450720"/>
          </a:xfrm>
        </p:grpSpPr>
        <p:grpSp>
          <p:nvGrpSpPr>
            <p:cNvPr id="604" name="Group 7"/>
            <p:cNvGrpSpPr/>
            <p:nvPr/>
          </p:nvGrpSpPr>
          <p:grpSpPr>
            <a:xfrm>
              <a:off x="268560" y="258840"/>
              <a:ext cx="1474200" cy="351000"/>
              <a:chOff x="268560" y="258840"/>
              <a:chExt cx="1474200" cy="351000"/>
            </a:xfrm>
          </p:grpSpPr>
          <p:grpSp>
            <p:nvGrpSpPr>
              <p:cNvPr id="605" name="Graphic 8"/>
              <p:cNvGrpSpPr/>
              <p:nvPr/>
            </p:nvGrpSpPr>
            <p:grpSpPr>
              <a:xfrm>
                <a:off x="268560" y="258840"/>
                <a:ext cx="563760" cy="351000"/>
                <a:chOff x="268560" y="258840"/>
                <a:chExt cx="563760" cy="351000"/>
              </a:xfrm>
            </p:grpSpPr>
            <p:sp>
              <p:nvSpPr>
                <p:cNvPr id="606" name="Freeform: Shape 41"/>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07" name="Freeform: Shape 42"/>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608" name="Graphic 8"/>
              <p:cNvGrpSpPr/>
              <p:nvPr/>
            </p:nvGrpSpPr>
            <p:grpSpPr>
              <a:xfrm>
                <a:off x="907560" y="258840"/>
                <a:ext cx="835200" cy="349560"/>
                <a:chOff x="907560" y="258840"/>
                <a:chExt cx="835200" cy="349560"/>
              </a:xfrm>
            </p:grpSpPr>
            <p:sp>
              <p:nvSpPr>
                <p:cNvPr id="609" name="Freeform: Shape 18"/>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0" name="Freeform: Shape 19"/>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1" name="Freeform: Shape 20"/>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2" name="Freeform: Shape 21"/>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3" name="Freeform: Shape 22"/>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4" name="Freeform: Shape 23"/>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5" name="Freeform: Shape 24"/>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16" name="Freeform: Shape 25"/>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17" name="Freeform: Shape 26"/>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8" name="Freeform: Shape 27"/>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19" name="Freeform: Shape 28"/>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20" name="Freeform: Shape 29"/>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21" name="Freeform: Shape 30"/>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22" name="Freeform: Shape 31"/>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623" name="Freeform: Shape 32"/>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24" name="Freeform: Shape 33"/>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25" name="Freeform: Shape 34"/>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26" name="Freeform: Shape 35"/>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27" name="Freeform: Shape 36"/>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28" name="Freeform: Shape 37"/>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29" name="Freeform: Shape 38"/>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0" name="Freeform: Shape 39"/>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31" name="Freeform: Shape 40"/>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632" name="Graphic 8"/>
            <p:cNvGrpSpPr/>
            <p:nvPr/>
          </p:nvGrpSpPr>
          <p:grpSpPr>
            <a:xfrm>
              <a:off x="8317440" y="159120"/>
              <a:ext cx="506520" cy="450720"/>
              <a:chOff x="8317440" y="159120"/>
              <a:chExt cx="506520" cy="450720"/>
            </a:xfrm>
          </p:grpSpPr>
          <p:sp>
            <p:nvSpPr>
              <p:cNvPr id="633" name="Freeform: Shape 9"/>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4" name="Freeform: Shape 10"/>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5" name="Freeform: Shape 11"/>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6" name="Freeform: Shape 12"/>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7" name="Freeform: Shape 13"/>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8" name="Freeform: Shape 14"/>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39" name="Freeform: Shape 15"/>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6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641" name="PlaceHolder 2"/>
          <p:cNvSpPr>
            <a:spLocks noGrp="1"/>
          </p:cNvSpPr>
          <p:nvPr>
            <p:ph type="body"/>
          </p:nvPr>
        </p:nvSpPr>
        <p:spPr>
          <a:xfrm>
            <a:off x="457200" y="1203480"/>
            <a:ext cx="8229240" cy="2982960"/>
          </a:xfrm>
          <a:prstGeom prst="rect">
            <a:avLst/>
          </a:prstGeom>
          <a:noFill/>
          <a:ln w="0">
            <a:noFill/>
          </a:ln>
        </p:spPr>
        <p:txBody>
          <a:bodyPr lIns="0" tIns="17280" rIns="0" bIns="0" anchor="t">
            <a:noAutofit/>
          </a:bodyPr>
          <a:lstStyle/>
          <a:p>
            <a:pPr marL="432000" indent="0" defTabSz="1219320">
              <a:tabLst>
                <a:tab pos="0" algn="l"/>
              </a:tabLst>
            </a:pPr>
            <a:r>
              <a:rPr lang="en-US" sz="900" b="0" strike="noStrike" spc="-1">
                <a:solidFill>
                  <a:schemeClr val="dk1"/>
                </a:solidFill>
                <a:latin typeface="Calibri"/>
              </a:rPr>
              <a:t>Click to edit the outline text format</a:t>
            </a:r>
          </a:p>
          <a:p>
            <a:pPr marL="864000" lvl="1" indent="-324000" defTabSz="1219320">
              <a:spcBef>
                <a:spcPts val="1134"/>
              </a:spcBef>
              <a:buClr>
                <a:srgbClr val="000000"/>
              </a:buClr>
              <a:buSzPct val="75000"/>
              <a:buFont typeface="Symbol" charset="2"/>
              <a:buChar char=""/>
              <a:tabLst>
                <a:tab pos="0" algn="l"/>
              </a:tabLst>
            </a:pPr>
            <a:r>
              <a:rPr lang="en-US" sz="2800" b="0" strike="noStrike" spc="-1">
                <a:solidFill>
                  <a:schemeClr val="dk1"/>
                </a:solidFill>
                <a:latin typeface="Calibri"/>
              </a:rPr>
              <a:t>Second Outline Level</a:t>
            </a:r>
          </a:p>
          <a:p>
            <a:pPr marL="1296000" lvl="2" indent="-288000" defTabSz="1219320">
              <a:spcBef>
                <a:spcPts val="850"/>
              </a:spcBef>
              <a:buClr>
                <a:srgbClr val="000000"/>
              </a:buClr>
              <a:buSzPct val="45000"/>
              <a:buFont typeface="Wingdings" charset="2"/>
              <a:buChar char=""/>
              <a:tabLst>
                <a:tab pos="0" algn="l"/>
              </a:tabLst>
            </a:pPr>
            <a:r>
              <a:rPr lang="en-US" sz="2400" b="0" strike="noStrike" spc="-1">
                <a:solidFill>
                  <a:schemeClr val="dk1"/>
                </a:solidFill>
                <a:latin typeface="Calibri"/>
              </a:rPr>
              <a:t>Third Outline Level</a:t>
            </a:r>
          </a:p>
          <a:p>
            <a:pPr marL="1728000" lvl="3" indent="-216000" defTabSz="1219320">
              <a:spcBef>
                <a:spcPts val="567"/>
              </a:spcBef>
              <a:buClr>
                <a:srgbClr val="000000"/>
              </a:buClr>
              <a:buSzPct val="75000"/>
              <a:buFont typeface="Symbol" charset="2"/>
              <a:buChar char=""/>
              <a:tabLst>
                <a:tab pos="0" algn="l"/>
              </a:tabLst>
            </a:pPr>
            <a:r>
              <a:rPr lang="en-US" sz="2000" b="0" strike="noStrike" spc="-1">
                <a:solidFill>
                  <a:schemeClr val="dk1"/>
                </a:solidFill>
                <a:latin typeface="Calibri"/>
              </a:rPr>
              <a:t>Fourth Outline Level</a:t>
            </a:r>
          </a:p>
          <a:p>
            <a:pPr marL="2160000" lvl="4" indent="-216000" defTabSz="1219320">
              <a:spcBef>
                <a:spcPts val="283"/>
              </a:spcBef>
              <a:buClr>
                <a:srgbClr val="000000"/>
              </a:buClr>
              <a:buSzPct val="45000"/>
              <a:buFont typeface="Wingdings" charset="2"/>
              <a:buChar char=""/>
              <a:tabLst>
                <a:tab pos="0" algn="l"/>
              </a:tabLst>
            </a:pPr>
            <a:r>
              <a:rPr lang="en-US" sz="2000" b="0" strike="noStrike" spc="-1">
                <a:solidFill>
                  <a:schemeClr val="dk1"/>
                </a:solidFill>
                <a:latin typeface="Calibri"/>
              </a:rPr>
              <a:t>Fifth Outline Level</a:t>
            </a:r>
          </a:p>
          <a:p>
            <a:pPr marL="2592000" lvl="5" indent="-216000" defTabSz="1219320">
              <a:spcBef>
                <a:spcPts val="283"/>
              </a:spcBef>
              <a:buClr>
                <a:srgbClr val="000000"/>
              </a:buClr>
              <a:buSzPct val="45000"/>
              <a:buFont typeface="Wingdings" charset="2"/>
              <a:buChar char=""/>
              <a:tabLst>
                <a:tab pos="0" algn="l"/>
              </a:tabLst>
            </a:pPr>
            <a:r>
              <a:rPr lang="en-US" sz="2000" b="0" strike="noStrike" spc="-1">
                <a:solidFill>
                  <a:schemeClr val="dk1"/>
                </a:solidFill>
                <a:latin typeface="Calibri"/>
              </a:rPr>
              <a:t>Sixth Outline Level</a:t>
            </a:r>
          </a:p>
          <a:p>
            <a:pPr marL="3024000" lvl="6" indent="-216000" defTabSz="1219320">
              <a:spcBef>
                <a:spcPts val="283"/>
              </a:spcBef>
              <a:buClr>
                <a:srgbClr val="000000"/>
              </a:buClr>
              <a:buSzPct val="45000"/>
              <a:buFont typeface="Wingdings" charset="2"/>
              <a:buChar char=""/>
              <a:tabLst>
                <a:tab pos="0" algn="l"/>
              </a:tabLst>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00"/>
            </a:gs>
            <a:gs pos="35000">
              <a:srgbClr val="142233"/>
            </a:gs>
            <a:gs pos="100000">
              <a:srgbClr val="4E84C4"/>
            </a:gs>
          </a:gsLst>
          <a:lin ang="5400000"/>
        </a:gradFill>
        <a:effectLst/>
      </p:bgPr>
    </p:bg>
    <p:spTree>
      <p:nvGrpSpPr>
        <p:cNvPr id="1" name=""/>
        <p:cNvGrpSpPr/>
        <p:nvPr/>
      </p:nvGrpSpPr>
      <p:grpSpPr>
        <a:xfrm>
          <a:off x="0" y="0"/>
          <a:ext cx="0" cy="0"/>
          <a:chOff x="0" y="0"/>
          <a:chExt cx="0" cy="0"/>
        </a:xfrm>
      </p:grpSpPr>
      <p:pic>
        <p:nvPicPr>
          <p:cNvPr id="642" name="Graphic 4"/>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grpSp>
        <p:nvGrpSpPr>
          <p:cNvPr id="643" name="Group 6"/>
          <p:cNvGrpSpPr/>
          <p:nvPr/>
        </p:nvGrpSpPr>
        <p:grpSpPr>
          <a:xfrm>
            <a:off x="268560" y="159120"/>
            <a:ext cx="8555400" cy="450720"/>
            <a:chOff x="268560" y="159120"/>
            <a:chExt cx="8555400" cy="450720"/>
          </a:xfrm>
        </p:grpSpPr>
        <p:grpSp>
          <p:nvGrpSpPr>
            <p:cNvPr id="644" name="Group 7"/>
            <p:cNvGrpSpPr/>
            <p:nvPr/>
          </p:nvGrpSpPr>
          <p:grpSpPr>
            <a:xfrm>
              <a:off x="268560" y="258840"/>
              <a:ext cx="1474200" cy="351000"/>
              <a:chOff x="268560" y="258840"/>
              <a:chExt cx="1474200" cy="351000"/>
            </a:xfrm>
          </p:grpSpPr>
          <p:grpSp>
            <p:nvGrpSpPr>
              <p:cNvPr id="645" name="Graphic 8"/>
              <p:cNvGrpSpPr/>
              <p:nvPr/>
            </p:nvGrpSpPr>
            <p:grpSpPr>
              <a:xfrm>
                <a:off x="268560" y="258840"/>
                <a:ext cx="563760" cy="351000"/>
                <a:chOff x="268560" y="258840"/>
                <a:chExt cx="563760" cy="351000"/>
              </a:xfrm>
            </p:grpSpPr>
            <p:sp>
              <p:nvSpPr>
                <p:cNvPr id="646" name="Freeform: Shape 41"/>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47" name="Freeform: Shape 42"/>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648" name="Graphic 8"/>
              <p:cNvGrpSpPr/>
              <p:nvPr/>
            </p:nvGrpSpPr>
            <p:grpSpPr>
              <a:xfrm>
                <a:off x="907560" y="258840"/>
                <a:ext cx="835200" cy="349560"/>
                <a:chOff x="907560" y="258840"/>
                <a:chExt cx="835200" cy="349560"/>
              </a:xfrm>
            </p:grpSpPr>
            <p:sp>
              <p:nvSpPr>
                <p:cNvPr id="649" name="Freeform: Shape 18"/>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0" name="Freeform: Shape 19"/>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1" name="Freeform: Shape 20"/>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2" name="Freeform: Shape 21"/>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3" name="Freeform: Shape 22"/>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4" name="Freeform: Shape 23"/>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5" name="Freeform: Shape 24"/>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56" name="Freeform: Shape 25"/>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57" name="Freeform: Shape 26"/>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8" name="Freeform: Shape 27"/>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59" name="Freeform: Shape 28"/>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60" name="Freeform: Shape 29"/>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61" name="Freeform: Shape 30"/>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62" name="Freeform: Shape 31"/>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663" name="Freeform: Shape 32"/>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64" name="Freeform: Shape 33"/>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65" name="Freeform: Shape 34"/>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66" name="Freeform: Shape 35"/>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67" name="Freeform: Shape 36"/>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68" name="Freeform: Shape 37"/>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69" name="Freeform: Shape 38"/>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0" name="Freeform: Shape 39"/>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71" name="Freeform: Shape 40"/>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672" name="Graphic 8"/>
            <p:cNvGrpSpPr/>
            <p:nvPr/>
          </p:nvGrpSpPr>
          <p:grpSpPr>
            <a:xfrm>
              <a:off x="8317440" y="159120"/>
              <a:ext cx="506520" cy="450720"/>
              <a:chOff x="8317440" y="159120"/>
              <a:chExt cx="506520" cy="450720"/>
            </a:xfrm>
          </p:grpSpPr>
          <p:sp>
            <p:nvSpPr>
              <p:cNvPr id="673" name="Freeform: Shape 9"/>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4" name="Freeform: Shape 10"/>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5" name="Freeform: Shape 11"/>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6" name="Freeform: Shape 12"/>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7" name="Freeform: Shape 13"/>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8" name="Freeform: Shape 14"/>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79" name="Freeform: Shape 15"/>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80" name="Rectangle 7"/>
          <p:cNvSpPr/>
          <p:nvPr/>
        </p:nvSpPr>
        <p:spPr>
          <a:xfrm>
            <a:off x="70560" y="100800"/>
            <a:ext cx="147240" cy="144720"/>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681" name="Straight Connector 9"/>
          <p:cNvCxnSpPr/>
          <p:nvPr/>
        </p:nvCxnSpPr>
        <p:spPr>
          <a:xfrm>
            <a:off x="90720" y="273240"/>
            <a:ext cx="108720" cy="1080"/>
          </a:xfrm>
          <a:prstGeom prst="straightConnector1">
            <a:avLst/>
          </a:prstGeom>
          <a:ln w="0">
            <a:solidFill>
              <a:srgbClr val="E41165"/>
            </a:solidFill>
          </a:ln>
        </p:spPr>
      </p:cxnSp>
      <p:sp>
        <p:nvSpPr>
          <p:cNvPr id="682" name="TextBox 10"/>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600" b="0" strike="noStrike" spc="-1">
              <a:solidFill>
                <a:schemeClr val="dk1"/>
              </a:solidFill>
              <a:latin typeface="Calibri Light"/>
            </a:endParaRPr>
          </a:p>
        </p:txBody>
      </p:sp>
      <p:sp>
        <p:nvSpPr>
          <p:cNvPr id="683" name="Rectangle 11"/>
          <p:cNvSpPr/>
          <p:nvPr/>
        </p:nvSpPr>
        <p:spPr>
          <a:xfrm>
            <a:off x="37440" y="63720"/>
            <a:ext cx="214200" cy="3945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grpSp>
        <p:nvGrpSpPr>
          <p:cNvPr id="684" name="Group 8"/>
          <p:cNvGrpSpPr/>
          <p:nvPr/>
        </p:nvGrpSpPr>
        <p:grpSpPr>
          <a:xfrm>
            <a:off x="268560" y="159120"/>
            <a:ext cx="8555400" cy="450720"/>
            <a:chOff x="268560" y="159120"/>
            <a:chExt cx="8555400" cy="450720"/>
          </a:xfrm>
        </p:grpSpPr>
        <p:grpSp>
          <p:nvGrpSpPr>
            <p:cNvPr id="685" name="Group 12"/>
            <p:cNvGrpSpPr/>
            <p:nvPr/>
          </p:nvGrpSpPr>
          <p:grpSpPr>
            <a:xfrm>
              <a:off x="268560" y="258840"/>
              <a:ext cx="1474200" cy="351000"/>
              <a:chOff x="268560" y="258840"/>
              <a:chExt cx="1474200" cy="351000"/>
            </a:xfrm>
          </p:grpSpPr>
          <p:grpSp>
            <p:nvGrpSpPr>
              <p:cNvPr id="686" name="Graphic 8"/>
              <p:cNvGrpSpPr/>
              <p:nvPr/>
            </p:nvGrpSpPr>
            <p:grpSpPr>
              <a:xfrm>
                <a:off x="268560" y="258840"/>
                <a:ext cx="563760" cy="351000"/>
                <a:chOff x="268560" y="258840"/>
                <a:chExt cx="563760" cy="351000"/>
              </a:xfrm>
            </p:grpSpPr>
            <p:sp>
              <p:nvSpPr>
                <p:cNvPr id="687" name="Freeform: Shape 46"/>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88" name="Freeform: Shape 47"/>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689" name="Graphic 8"/>
              <p:cNvGrpSpPr/>
              <p:nvPr/>
            </p:nvGrpSpPr>
            <p:grpSpPr>
              <a:xfrm>
                <a:off x="907560" y="258840"/>
                <a:ext cx="835200" cy="349560"/>
                <a:chOff x="907560" y="258840"/>
                <a:chExt cx="835200" cy="349560"/>
              </a:xfrm>
            </p:grpSpPr>
            <p:sp>
              <p:nvSpPr>
                <p:cNvPr id="690" name="Freeform: Shape 23"/>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1" name="Freeform: Shape 24"/>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2" name="Freeform: Shape 25"/>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3" name="Freeform: Shape 26"/>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4" name="Freeform: Shape 27"/>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5" name="Freeform: Shape 28"/>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6" name="Freeform: Shape 29"/>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97" name="Freeform: Shape 30"/>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698" name="Freeform: Shape 31"/>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699" name="Freeform: Shape 32"/>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0" name="Freeform: Shape 33"/>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01" name="Freeform: Shape 34"/>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02" name="Freeform: Shape 35"/>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3" name="Freeform: Shape 36"/>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704" name="Freeform: Shape 37"/>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5" name="Freeform: Shape 38"/>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6" name="Freeform: Shape 39"/>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7" name="Freeform: Shape 40"/>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8" name="Freeform: Shape 41"/>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09" name="Freeform: Shape 42"/>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0" name="Freeform: Shape 43"/>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1" name="Freeform: Shape 44"/>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12" name="Freeform: Shape 45"/>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713" name="Graphic 8"/>
            <p:cNvGrpSpPr/>
            <p:nvPr/>
          </p:nvGrpSpPr>
          <p:grpSpPr>
            <a:xfrm>
              <a:off x="8317440" y="159120"/>
              <a:ext cx="506520" cy="450720"/>
              <a:chOff x="8317440" y="159120"/>
              <a:chExt cx="506520" cy="450720"/>
            </a:xfrm>
          </p:grpSpPr>
          <p:sp>
            <p:nvSpPr>
              <p:cNvPr id="714" name="Freeform: Shape 14"/>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5" name="Freeform: Shape 15"/>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6" name="Freeform: Shape 16"/>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7" name="Freeform: Shape 17"/>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8" name="Freeform: Shape 18"/>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19" name="Freeform: Shape 19"/>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20" name="Freeform: Shape 20"/>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pic>
        <p:nvPicPr>
          <p:cNvPr id="721" name="Picture 3"/>
          <p:cNvPicPr/>
          <p:nvPr/>
        </p:nvPicPr>
        <p:blipFill>
          <a:blip>
            <a:extLst>
              <a:ext uri="{96DAC541-7B7A-43D3-8B79-37D633B846F1}">
                <asvg:svgBlip xmlns:asvg="http://schemas.microsoft.com/office/drawing/2016/SVG/main" r:embed="rId3"/>
              </a:ext>
            </a:extLst>
          </a:blip>
          <a:stretch/>
        </p:blipFill>
        <p:spPr>
          <a:xfrm>
            <a:off x="360" y="0"/>
            <a:ext cx="9142560" cy="5142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22" name="Group 6"/>
          <p:cNvGrpSpPr/>
          <p:nvPr/>
        </p:nvGrpSpPr>
        <p:grpSpPr>
          <a:xfrm>
            <a:off x="268560" y="159120"/>
            <a:ext cx="8555400" cy="450720"/>
            <a:chOff x="268560" y="159120"/>
            <a:chExt cx="8555400" cy="450720"/>
          </a:xfrm>
        </p:grpSpPr>
        <p:grpSp>
          <p:nvGrpSpPr>
            <p:cNvPr id="723" name="Group 7"/>
            <p:cNvGrpSpPr/>
            <p:nvPr/>
          </p:nvGrpSpPr>
          <p:grpSpPr>
            <a:xfrm>
              <a:off x="268560" y="258840"/>
              <a:ext cx="1474200" cy="351000"/>
              <a:chOff x="268560" y="258840"/>
              <a:chExt cx="1474200" cy="351000"/>
            </a:xfrm>
          </p:grpSpPr>
          <p:grpSp>
            <p:nvGrpSpPr>
              <p:cNvPr id="724" name="Graphic 8"/>
              <p:cNvGrpSpPr/>
              <p:nvPr/>
            </p:nvGrpSpPr>
            <p:grpSpPr>
              <a:xfrm>
                <a:off x="268560" y="258840"/>
                <a:ext cx="563760" cy="351000"/>
                <a:chOff x="268560" y="258840"/>
                <a:chExt cx="563760" cy="351000"/>
              </a:xfrm>
            </p:grpSpPr>
            <p:sp>
              <p:nvSpPr>
                <p:cNvPr id="725" name="Freeform: Shape 41"/>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26" name="Freeform: Shape 42"/>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727" name="Graphic 8"/>
              <p:cNvGrpSpPr/>
              <p:nvPr/>
            </p:nvGrpSpPr>
            <p:grpSpPr>
              <a:xfrm>
                <a:off x="907560" y="258840"/>
                <a:ext cx="835200" cy="349560"/>
                <a:chOff x="907560" y="258840"/>
                <a:chExt cx="835200" cy="349560"/>
              </a:xfrm>
            </p:grpSpPr>
            <p:sp>
              <p:nvSpPr>
                <p:cNvPr id="728" name="Freeform: Shape 18"/>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29" name="Freeform: Shape 19"/>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0" name="Freeform: Shape 20"/>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1" name="Freeform: Shape 21"/>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2" name="Freeform: Shape 22"/>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3" name="Freeform: Shape 23"/>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4" name="Freeform: Shape 24"/>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35" name="Freeform: Shape 25"/>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36" name="Freeform: Shape 26"/>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7" name="Freeform: Shape 27"/>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38" name="Freeform: Shape 28"/>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39" name="Freeform: Shape 29"/>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40" name="Freeform: Shape 30"/>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41" name="Freeform: Shape 31"/>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742" name="Freeform: Shape 32"/>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43" name="Freeform: Shape 33"/>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44" name="Freeform: Shape 34"/>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45" name="Freeform: Shape 35"/>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46" name="Freeform: Shape 36"/>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47" name="Freeform: Shape 37"/>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48" name="Freeform: Shape 38"/>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49" name="Freeform: Shape 39"/>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50" name="Freeform: Shape 40"/>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751" name="Graphic 8"/>
            <p:cNvGrpSpPr/>
            <p:nvPr/>
          </p:nvGrpSpPr>
          <p:grpSpPr>
            <a:xfrm>
              <a:off x="8317440" y="159120"/>
              <a:ext cx="506520" cy="450720"/>
              <a:chOff x="8317440" y="159120"/>
              <a:chExt cx="506520" cy="450720"/>
            </a:xfrm>
          </p:grpSpPr>
          <p:sp>
            <p:nvSpPr>
              <p:cNvPr id="752" name="Freeform: Shape 9"/>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53" name="Freeform: Shape 10"/>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54" name="Freeform: Shape 11"/>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55" name="Freeform: Shape 12"/>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56" name="Freeform: Shape 13"/>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57" name="Freeform: Shape 14"/>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58" name="Freeform: Shape 15"/>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pic>
        <p:nvPicPr>
          <p:cNvPr id="759" name="Picture 3"/>
          <p:cNvPicPr/>
          <p:nvPr/>
        </p:nvPicPr>
        <p:blipFill>
          <a:blip>
            <a:extLst>
              <a:ext uri="{96DAC541-7B7A-43D3-8B79-37D633B846F1}">
                <asvg:svgBlip xmlns:asvg="http://schemas.microsoft.com/office/drawing/2016/SVG/main" r:embed="rId3"/>
              </a:ext>
            </a:extLst>
          </a:blip>
          <a:stretch/>
        </p:blipFill>
        <p:spPr>
          <a:xfrm>
            <a:off x="360" y="0"/>
            <a:ext cx="9142560" cy="5142240"/>
          </a:xfrm>
          <a:prstGeom prst="rect">
            <a:avLst/>
          </a:prstGeom>
          <a:ln w="0">
            <a:noFill/>
          </a:ln>
        </p:spPr>
      </p:pic>
      <p:sp>
        <p:nvSpPr>
          <p:cNvPr id="76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76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00"/>
            </a:gs>
            <a:gs pos="35000">
              <a:srgbClr val="142233"/>
            </a:gs>
            <a:gs pos="100000">
              <a:srgbClr val="4E84C4"/>
            </a:gs>
          </a:gsLst>
          <a:lin ang="0"/>
        </a:gradFill>
        <a:effectLst/>
      </p:bgPr>
    </p:bg>
    <p:spTree>
      <p:nvGrpSpPr>
        <p:cNvPr id="1" name=""/>
        <p:cNvGrpSpPr/>
        <p:nvPr/>
      </p:nvGrpSpPr>
      <p:grpSpPr>
        <a:xfrm>
          <a:off x="0" y="0"/>
          <a:ext cx="0" cy="0"/>
          <a:chOff x="0" y="0"/>
          <a:chExt cx="0" cy="0"/>
        </a:xfrm>
      </p:grpSpPr>
      <p:grpSp>
        <p:nvGrpSpPr>
          <p:cNvPr id="762" name="Group 6"/>
          <p:cNvGrpSpPr/>
          <p:nvPr/>
        </p:nvGrpSpPr>
        <p:grpSpPr>
          <a:xfrm>
            <a:off x="268560" y="159120"/>
            <a:ext cx="8555400" cy="450720"/>
            <a:chOff x="268560" y="159120"/>
            <a:chExt cx="8555400" cy="450720"/>
          </a:xfrm>
        </p:grpSpPr>
        <p:grpSp>
          <p:nvGrpSpPr>
            <p:cNvPr id="763" name="Group 7"/>
            <p:cNvGrpSpPr/>
            <p:nvPr/>
          </p:nvGrpSpPr>
          <p:grpSpPr>
            <a:xfrm>
              <a:off x="268560" y="258840"/>
              <a:ext cx="1474200" cy="351000"/>
              <a:chOff x="268560" y="258840"/>
              <a:chExt cx="1474200" cy="351000"/>
            </a:xfrm>
          </p:grpSpPr>
          <p:grpSp>
            <p:nvGrpSpPr>
              <p:cNvPr id="764" name="Graphic 8"/>
              <p:cNvGrpSpPr/>
              <p:nvPr/>
            </p:nvGrpSpPr>
            <p:grpSpPr>
              <a:xfrm>
                <a:off x="268560" y="258840"/>
                <a:ext cx="563760" cy="351000"/>
                <a:chOff x="268560" y="258840"/>
                <a:chExt cx="563760" cy="351000"/>
              </a:xfrm>
            </p:grpSpPr>
            <p:sp>
              <p:nvSpPr>
                <p:cNvPr id="765" name="Freeform: Shape 41"/>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66" name="Freeform: Shape 42"/>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767" name="Graphic 8"/>
              <p:cNvGrpSpPr/>
              <p:nvPr/>
            </p:nvGrpSpPr>
            <p:grpSpPr>
              <a:xfrm>
                <a:off x="907560" y="258840"/>
                <a:ext cx="835200" cy="349560"/>
                <a:chOff x="907560" y="258840"/>
                <a:chExt cx="835200" cy="349560"/>
              </a:xfrm>
            </p:grpSpPr>
            <p:sp>
              <p:nvSpPr>
                <p:cNvPr id="768" name="Freeform: Shape 18"/>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69" name="Freeform: Shape 19"/>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0" name="Freeform: Shape 20"/>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1" name="Freeform: Shape 21"/>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2" name="Freeform: Shape 22"/>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3" name="Freeform: Shape 23"/>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4" name="Freeform: Shape 24"/>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75" name="Freeform: Shape 25"/>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76" name="Freeform: Shape 26"/>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7" name="Freeform: Shape 27"/>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78" name="Freeform: Shape 28"/>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79" name="Freeform: Shape 29"/>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80" name="Freeform: Shape 30"/>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81" name="Freeform: Shape 31"/>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782" name="Freeform: Shape 32"/>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83" name="Freeform: Shape 33"/>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84" name="Freeform: Shape 34"/>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85" name="Freeform: Shape 35"/>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86" name="Freeform: Shape 36"/>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87" name="Freeform: Shape 37"/>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88" name="Freeform: Shape 38"/>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89" name="Freeform: Shape 39"/>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790" name="Freeform: Shape 40"/>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791" name="Graphic 8"/>
            <p:cNvGrpSpPr/>
            <p:nvPr/>
          </p:nvGrpSpPr>
          <p:grpSpPr>
            <a:xfrm>
              <a:off x="8317440" y="159120"/>
              <a:ext cx="506520" cy="450720"/>
              <a:chOff x="8317440" y="159120"/>
              <a:chExt cx="506520" cy="450720"/>
            </a:xfrm>
          </p:grpSpPr>
          <p:sp>
            <p:nvSpPr>
              <p:cNvPr id="792" name="Freeform: Shape 9"/>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93" name="Freeform: Shape 10"/>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94" name="Freeform: Shape 11"/>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95" name="Freeform: Shape 12"/>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96" name="Freeform: Shape 13"/>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97" name="Freeform: Shape 14"/>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798" name="Freeform: Shape 15"/>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pic>
        <p:nvPicPr>
          <p:cNvPr id="799" name="Picture 3"/>
          <p:cNvPicPr/>
          <p:nvPr/>
        </p:nvPicPr>
        <p:blipFill>
          <a:blip>
            <a:extLst>
              <a:ext uri="{96DAC541-7B7A-43D3-8B79-37D633B846F1}">
                <asvg:svgBlip xmlns:asvg="http://schemas.microsoft.com/office/drawing/2016/SVG/main" r:embed="rId3"/>
              </a:ext>
            </a:extLst>
          </a:blip>
          <a:stretch/>
        </p:blipFill>
        <p:spPr>
          <a:xfrm>
            <a:off x="360" y="0"/>
            <a:ext cx="9142560" cy="5142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800" name="Graphic 7"/>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
        <p:nvSpPr>
          <p:cNvPr id="801" name="Rectangle 10"/>
          <p:cNvSpPr/>
          <p:nvPr/>
        </p:nvSpPr>
        <p:spPr>
          <a:xfrm>
            <a:off x="70560" y="100800"/>
            <a:ext cx="147240" cy="144720"/>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802" name="Straight Connector 11"/>
          <p:cNvCxnSpPr/>
          <p:nvPr/>
        </p:nvCxnSpPr>
        <p:spPr>
          <a:xfrm>
            <a:off x="90720" y="273240"/>
            <a:ext cx="108720" cy="1080"/>
          </a:xfrm>
          <a:prstGeom prst="straightConnector1">
            <a:avLst/>
          </a:prstGeom>
          <a:ln w="0">
            <a:solidFill>
              <a:srgbClr val="E41165"/>
            </a:solidFill>
          </a:ln>
        </p:spPr>
      </p:cxnSp>
      <p:sp>
        <p:nvSpPr>
          <p:cNvPr id="803" name="TextBox 14"/>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600" b="0" strike="noStrike" spc="-1">
              <a:solidFill>
                <a:schemeClr val="dk1"/>
              </a:solidFill>
              <a:latin typeface="Calibri Light"/>
            </a:endParaRPr>
          </a:p>
        </p:txBody>
      </p:sp>
      <p:sp>
        <p:nvSpPr>
          <p:cNvPr id="804" name="Rectangle 29"/>
          <p:cNvSpPr/>
          <p:nvPr/>
        </p:nvSpPr>
        <p:spPr>
          <a:xfrm>
            <a:off x="37440" y="63720"/>
            <a:ext cx="214200" cy="3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sp>
        <p:nvSpPr>
          <p:cNvPr id="805" name="Oval 2"/>
          <p:cNvSpPr/>
          <p:nvPr/>
        </p:nvSpPr>
        <p:spPr>
          <a:xfrm>
            <a:off x="4873680" y="864000"/>
            <a:ext cx="3813120" cy="3816360"/>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
        <p:nvSpPr>
          <p:cNvPr id="806" name="Rectangle 1"/>
          <p:cNvSpPr/>
          <p:nvPr/>
        </p:nvSpPr>
        <p:spPr>
          <a:xfrm>
            <a:off x="0" y="0"/>
            <a:ext cx="353160" cy="642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grpSp>
        <p:nvGrpSpPr>
          <p:cNvPr id="807" name="Group 2"/>
          <p:cNvGrpSpPr/>
          <p:nvPr/>
        </p:nvGrpSpPr>
        <p:grpSpPr>
          <a:xfrm>
            <a:off x="268560" y="159120"/>
            <a:ext cx="8555400" cy="450720"/>
            <a:chOff x="268560" y="159120"/>
            <a:chExt cx="8555400" cy="450720"/>
          </a:xfrm>
        </p:grpSpPr>
        <p:grpSp>
          <p:nvGrpSpPr>
            <p:cNvPr id="808" name="Group 3"/>
            <p:cNvGrpSpPr/>
            <p:nvPr/>
          </p:nvGrpSpPr>
          <p:grpSpPr>
            <a:xfrm>
              <a:off x="268560" y="258840"/>
              <a:ext cx="1474200" cy="351000"/>
              <a:chOff x="268560" y="258840"/>
              <a:chExt cx="1474200" cy="351000"/>
            </a:xfrm>
          </p:grpSpPr>
          <p:grpSp>
            <p:nvGrpSpPr>
              <p:cNvPr id="809" name="Graphic 8"/>
              <p:cNvGrpSpPr/>
              <p:nvPr/>
            </p:nvGrpSpPr>
            <p:grpSpPr>
              <a:xfrm>
                <a:off x="268560" y="258840"/>
                <a:ext cx="563760" cy="351000"/>
                <a:chOff x="268560" y="258840"/>
                <a:chExt cx="563760" cy="351000"/>
              </a:xfrm>
            </p:grpSpPr>
            <p:sp>
              <p:nvSpPr>
                <p:cNvPr id="810" name="Freeform: Shape 38"/>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11" name="Freeform: Shape 39"/>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812" name="Graphic 8"/>
              <p:cNvGrpSpPr/>
              <p:nvPr/>
            </p:nvGrpSpPr>
            <p:grpSpPr>
              <a:xfrm>
                <a:off x="907560" y="258840"/>
                <a:ext cx="835200" cy="349560"/>
                <a:chOff x="907560" y="258840"/>
                <a:chExt cx="835200" cy="349560"/>
              </a:xfrm>
            </p:grpSpPr>
            <p:sp>
              <p:nvSpPr>
                <p:cNvPr id="813" name="Freeform: Shape 15"/>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14" name="Freeform: Shape 16"/>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15" name="Freeform: Shape 17"/>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16" name="Freeform: Shape 18"/>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17" name="Freeform: Shape 19"/>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18" name="Freeform: Shape 20"/>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19" name="Freeform: Shape 21"/>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20" name="Freeform: Shape 22"/>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21" name="Freeform: Shape 23"/>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22" name="Freeform: Shape 24"/>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23" name="Freeform: Shape 25"/>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24" name="Freeform: Shape 26"/>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25" name="Freeform: Shape 27"/>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26" name="Freeform: Shape 28"/>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827" name="Freeform: Shape 29"/>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28" name="Freeform: Shape 30"/>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29" name="Freeform: Shape 31"/>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30" name="Freeform: Shape 32"/>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31" name="Freeform: Shape 33"/>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32" name="Freeform: Shape 34"/>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33" name="Freeform: Shape 35"/>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34" name="Freeform: Shape 36"/>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35" name="Freeform: Shape 37"/>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836" name="Graphic 8"/>
            <p:cNvGrpSpPr/>
            <p:nvPr/>
          </p:nvGrpSpPr>
          <p:grpSpPr>
            <a:xfrm>
              <a:off x="8317440" y="159120"/>
              <a:ext cx="506520" cy="450720"/>
              <a:chOff x="8317440" y="159120"/>
              <a:chExt cx="506520" cy="450720"/>
            </a:xfrm>
          </p:grpSpPr>
          <p:sp>
            <p:nvSpPr>
              <p:cNvPr id="837" name="Freeform: Shape 5"/>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38" name="Freeform: Shape 6"/>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39" name="Freeform: Shape 7"/>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40" name="Freeform: Shape 9"/>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41" name="Freeform: Shape 10"/>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42" name="Freeform: Shape 11"/>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43" name="Freeform: Shape 12"/>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844" name="Graphic 7"/>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
        <p:nvSpPr>
          <p:cNvPr id="845" name="Rectangle 10"/>
          <p:cNvSpPr/>
          <p:nvPr/>
        </p:nvSpPr>
        <p:spPr>
          <a:xfrm>
            <a:off x="70560" y="100800"/>
            <a:ext cx="147240" cy="144720"/>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846" name="Straight Connector 11"/>
          <p:cNvCxnSpPr/>
          <p:nvPr/>
        </p:nvCxnSpPr>
        <p:spPr>
          <a:xfrm>
            <a:off x="90720" y="273240"/>
            <a:ext cx="108720" cy="1080"/>
          </a:xfrm>
          <a:prstGeom prst="straightConnector1">
            <a:avLst/>
          </a:prstGeom>
          <a:ln w="0">
            <a:solidFill>
              <a:srgbClr val="E41165"/>
            </a:solidFill>
          </a:ln>
        </p:spPr>
      </p:cxnSp>
      <p:sp>
        <p:nvSpPr>
          <p:cNvPr id="847" name="TextBox 14"/>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600" b="0" strike="noStrike" spc="-1">
              <a:solidFill>
                <a:schemeClr val="dk1"/>
              </a:solidFill>
              <a:latin typeface="Calibri Light"/>
            </a:endParaRPr>
          </a:p>
        </p:txBody>
      </p:sp>
      <p:sp>
        <p:nvSpPr>
          <p:cNvPr id="848" name="Rectangle 29"/>
          <p:cNvSpPr/>
          <p:nvPr/>
        </p:nvSpPr>
        <p:spPr>
          <a:xfrm>
            <a:off x="37440" y="63720"/>
            <a:ext cx="214200" cy="3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sp>
        <p:nvSpPr>
          <p:cNvPr id="849" name="Oval 2"/>
          <p:cNvSpPr/>
          <p:nvPr/>
        </p:nvSpPr>
        <p:spPr>
          <a:xfrm>
            <a:off x="4873680" y="864000"/>
            <a:ext cx="3813120" cy="3816360"/>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grpSp>
        <p:nvGrpSpPr>
          <p:cNvPr id="850" name="Group 77"/>
          <p:cNvGrpSpPr/>
          <p:nvPr/>
        </p:nvGrpSpPr>
        <p:grpSpPr>
          <a:xfrm>
            <a:off x="268560" y="159120"/>
            <a:ext cx="8555400" cy="450720"/>
            <a:chOff x="268560" y="159120"/>
            <a:chExt cx="8555400" cy="450720"/>
          </a:xfrm>
        </p:grpSpPr>
        <p:grpSp>
          <p:nvGrpSpPr>
            <p:cNvPr id="851" name="Group 78"/>
            <p:cNvGrpSpPr/>
            <p:nvPr/>
          </p:nvGrpSpPr>
          <p:grpSpPr>
            <a:xfrm>
              <a:off x="268560" y="258840"/>
              <a:ext cx="1474200" cy="351000"/>
              <a:chOff x="268560" y="258840"/>
              <a:chExt cx="1474200" cy="351000"/>
            </a:xfrm>
          </p:grpSpPr>
          <p:grpSp>
            <p:nvGrpSpPr>
              <p:cNvPr id="852" name="Graphic 8"/>
              <p:cNvGrpSpPr/>
              <p:nvPr/>
            </p:nvGrpSpPr>
            <p:grpSpPr>
              <a:xfrm>
                <a:off x="268560" y="258840"/>
                <a:ext cx="563760" cy="351000"/>
                <a:chOff x="268560" y="258840"/>
                <a:chExt cx="563760" cy="351000"/>
              </a:xfrm>
            </p:grpSpPr>
            <p:sp>
              <p:nvSpPr>
                <p:cNvPr id="853" name="Freeform: Shape 112"/>
                <p:cNvSpPr/>
                <p:nvPr/>
              </p:nvSpPr>
              <p:spPr>
                <a:xfrm>
                  <a:off x="268560" y="258840"/>
                  <a:ext cx="563760" cy="351000"/>
                </a:xfrm>
                <a:custGeom>
                  <a:avLst/>
                  <a:gdLst>
                    <a:gd name="textAreaLeft" fmla="*/ 0 w 563760"/>
                    <a:gd name="textAreaRight" fmla="*/ 564840 w 563760"/>
                    <a:gd name="textAreaTop" fmla="*/ 0 h 351000"/>
                    <a:gd name="textAreaBottom" fmla="*/ 352080 h 35100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54" name="Freeform: Shape 113"/>
                <p:cNvSpPr/>
                <p:nvPr/>
              </p:nvSpPr>
              <p:spPr>
                <a:xfrm>
                  <a:off x="678600" y="399240"/>
                  <a:ext cx="3600" cy="360"/>
                </a:xfrm>
                <a:custGeom>
                  <a:avLst/>
                  <a:gdLst>
                    <a:gd name="textAreaLeft" fmla="*/ 0 w 3600"/>
                    <a:gd name="textAreaRight" fmla="*/ 4680 w 360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855" name="Graphic 8"/>
              <p:cNvGrpSpPr/>
              <p:nvPr/>
            </p:nvGrpSpPr>
            <p:grpSpPr>
              <a:xfrm>
                <a:off x="907560" y="258840"/>
                <a:ext cx="835200" cy="349560"/>
                <a:chOff x="907560" y="258840"/>
                <a:chExt cx="835200" cy="349560"/>
              </a:xfrm>
            </p:grpSpPr>
            <p:sp>
              <p:nvSpPr>
                <p:cNvPr id="856" name="Freeform: Shape 89"/>
                <p:cNvSpPr/>
                <p:nvPr/>
              </p:nvSpPr>
              <p:spPr>
                <a:xfrm>
                  <a:off x="90756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57" name="Freeform: Shape 90"/>
                <p:cNvSpPr/>
                <p:nvPr/>
              </p:nvSpPr>
              <p:spPr>
                <a:xfrm>
                  <a:off x="9838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58" name="Freeform: Shape 91"/>
                <p:cNvSpPr/>
                <p:nvPr/>
              </p:nvSpPr>
              <p:spPr>
                <a:xfrm>
                  <a:off x="1080000" y="258840"/>
                  <a:ext cx="83880" cy="86400"/>
                </a:xfrm>
                <a:custGeom>
                  <a:avLst/>
                  <a:gdLst>
                    <a:gd name="textAreaLeft" fmla="*/ 0 w 83880"/>
                    <a:gd name="textAreaRight" fmla="*/ 84960 w 83880"/>
                    <a:gd name="textAreaTop" fmla="*/ 0 h 86400"/>
                    <a:gd name="textAreaBottom" fmla="*/ 87480 h 864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59" name="Freeform: Shape 92"/>
                <p:cNvSpPr/>
                <p:nvPr/>
              </p:nvSpPr>
              <p:spPr>
                <a:xfrm>
                  <a:off x="1156680" y="258840"/>
                  <a:ext cx="103320" cy="86400"/>
                </a:xfrm>
                <a:custGeom>
                  <a:avLst/>
                  <a:gdLst>
                    <a:gd name="textAreaLeft" fmla="*/ 0 w 103320"/>
                    <a:gd name="textAreaRight" fmla="*/ 104400 w 103320"/>
                    <a:gd name="textAreaTop" fmla="*/ 0 h 86400"/>
                    <a:gd name="textAreaBottom" fmla="*/ 87480 h 864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60" name="Freeform: Shape 93"/>
                <p:cNvSpPr/>
                <p:nvPr/>
              </p:nvSpPr>
              <p:spPr>
                <a:xfrm>
                  <a:off x="151344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61" name="Freeform: Shape 94"/>
                <p:cNvSpPr/>
                <p:nvPr/>
              </p:nvSpPr>
              <p:spPr>
                <a:xfrm>
                  <a:off x="1424160" y="38952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62" name="Freeform: Shape 95"/>
                <p:cNvSpPr/>
                <p:nvPr/>
              </p:nvSpPr>
              <p:spPr>
                <a:xfrm>
                  <a:off x="1161360" y="38844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63" name="Freeform: Shape 96"/>
                <p:cNvSpPr/>
                <p:nvPr/>
              </p:nvSpPr>
              <p:spPr>
                <a:xfrm>
                  <a:off x="90756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64" name="Freeform: Shape 97"/>
                <p:cNvSpPr/>
                <p:nvPr/>
              </p:nvSpPr>
              <p:spPr>
                <a:xfrm>
                  <a:off x="1363320" y="389880"/>
                  <a:ext cx="65520" cy="86400"/>
                </a:xfrm>
                <a:custGeom>
                  <a:avLst/>
                  <a:gdLst>
                    <a:gd name="textAreaLeft" fmla="*/ 0 w 65520"/>
                    <a:gd name="textAreaRight" fmla="*/ 66600 w 65520"/>
                    <a:gd name="textAreaTop" fmla="*/ 0 h 86400"/>
                    <a:gd name="textAreaBottom" fmla="*/ 87480 h 864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65" name="Freeform: Shape 98"/>
                <p:cNvSpPr/>
                <p:nvPr/>
              </p:nvSpPr>
              <p:spPr>
                <a:xfrm>
                  <a:off x="1670760" y="389880"/>
                  <a:ext cx="72000" cy="86400"/>
                </a:xfrm>
                <a:custGeom>
                  <a:avLst/>
                  <a:gdLst>
                    <a:gd name="textAreaLeft" fmla="*/ 0 w 72000"/>
                    <a:gd name="textAreaRight" fmla="*/ 73080 w 72000"/>
                    <a:gd name="textAreaTop" fmla="*/ 0 h 86400"/>
                    <a:gd name="textAreaBottom" fmla="*/ 87480 h 864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66" name="Freeform: Shape 99"/>
                <p:cNvSpPr/>
                <p:nvPr/>
              </p:nvSpPr>
              <p:spPr>
                <a:xfrm>
                  <a:off x="980640" y="388440"/>
                  <a:ext cx="81720" cy="89280"/>
                </a:xfrm>
                <a:custGeom>
                  <a:avLst/>
                  <a:gdLst>
                    <a:gd name="textAreaLeft" fmla="*/ 0 w 81720"/>
                    <a:gd name="textAreaRight" fmla="*/ 82800 w 81720"/>
                    <a:gd name="textAreaTop" fmla="*/ 0 h 89280"/>
                    <a:gd name="textAreaBottom" fmla="*/ 90360 h 8928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67" name="Freeform: Shape 100"/>
                <p:cNvSpPr/>
                <p:nvPr/>
              </p:nvSpPr>
              <p:spPr>
                <a:xfrm>
                  <a:off x="1597320" y="38844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68" name="Freeform: Shape 101"/>
                <p:cNvSpPr/>
                <p:nvPr/>
              </p:nvSpPr>
              <p:spPr>
                <a:xfrm>
                  <a:off x="1320120" y="389880"/>
                  <a:ext cx="51120" cy="86400"/>
                </a:xfrm>
                <a:custGeom>
                  <a:avLst/>
                  <a:gdLst>
                    <a:gd name="textAreaLeft" fmla="*/ 0 w 51120"/>
                    <a:gd name="textAreaRight" fmla="*/ 52200 w 51120"/>
                    <a:gd name="textAreaTop" fmla="*/ 0 h 86400"/>
                    <a:gd name="textAreaBottom" fmla="*/ 87480 h 864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69" name="Freeform: Shape 102"/>
                <p:cNvSpPr/>
                <p:nvPr/>
              </p:nvSpPr>
              <p:spPr>
                <a:xfrm>
                  <a:off x="1233000" y="389880"/>
                  <a:ext cx="67680" cy="87840"/>
                </a:xfrm>
                <a:custGeom>
                  <a:avLst/>
                  <a:gdLst>
                    <a:gd name="textAreaLeft" fmla="*/ 0 w 67680"/>
                    <a:gd name="textAreaRight" fmla="*/ 68760 w 67680"/>
                    <a:gd name="textAreaTop" fmla="*/ 0 h 87840"/>
                    <a:gd name="textAreaBottom" fmla="*/ 88920 h 878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3920" rIns="90000" bIns="43920" anchor="ctr">
                  <a:noAutofit/>
                </a:bodyPr>
                <a:lstStyle/>
                <a:p>
                  <a:pPr defTabSz="457200">
                    <a:lnSpc>
                      <a:spcPct val="100000"/>
                    </a:lnSpc>
                  </a:pPr>
                  <a:endParaRPr lang="en-US" sz="1800" b="0" strike="noStrike" spc="-1">
                    <a:solidFill>
                      <a:schemeClr val="dk1"/>
                    </a:solidFill>
                    <a:latin typeface="Calibri Light"/>
                  </a:endParaRPr>
                </a:p>
              </p:txBody>
            </p:sp>
            <p:sp>
              <p:nvSpPr>
                <p:cNvPr id="870" name="Freeform: Shape 103"/>
                <p:cNvSpPr/>
                <p:nvPr/>
              </p:nvSpPr>
              <p:spPr>
                <a:xfrm>
                  <a:off x="1077120" y="389880"/>
                  <a:ext cx="68760" cy="86400"/>
                </a:xfrm>
                <a:custGeom>
                  <a:avLst/>
                  <a:gdLst>
                    <a:gd name="textAreaLeft" fmla="*/ 0 w 68760"/>
                    <a:gd name="textAreaRight" fmla="*/ 69840 w 68760"/>
                    <a:gd name="textAreaTop" fmla="*/ 0 h 86400"/>
                    <a:gd name="textAreaBottom" fmla="*/ 87480 h 864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71" name="Freeform: Shape 104"/>
                <p:cNvSpPr/>
                <p:nvPr/>
              </p:nvSpPr>
              <p:spPr>
                <a:xfrm>
                  <a:off x="1199520" y="520560"/>
                  <a:ext cx="15120" cy="86400"/>
                </a:xfrm>
                <a:custGeom>
                  <a:avLst/>
                  <a:gdLst>
                    <a:gd name="textAreaLeft" fmla="*/ 0 w 15120"/>
                    <a:gd name="textAreaRight" fmla="*/ 16200 w 15120"/>
                    <a:gd name="textAreaTop" fmla="*/ 0 h 86400"/>
                    <a:gd name="textAreaBottom" fmla="*/ 87480 h 864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72" name="Freeform: Shape 105"/>
                <p:cNvSpPr/>
                <p:nvPr/>
              </p:nvSpPr>
              <p:spPr>
                <a:xfrm>
                  <a:off x="1046520" y="520560"/>
                  <a:ext cx="60840" cy="86400"/>
                </a:xfrm>
                <a:custGeom>
                  <a:avLst/>
                  <a:gdLst>
                    <a:gd name="textAreaLeft" fmla="*/ 0 w 60840"/>
                    <a:gd name="textAreaRight" fmla="*/ 61920 w 60840"/>
                    <a:gd name="textAreaTop" fmla="*/ 0 h 86400"/>
                    <a:gd name="textAreaBottom" fmla="*/ 87480 h 864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73" name="Freeform: Shape 106"/>
                <p:cNvSpPr/>
                <p:nvPr/>
              </p:nvSpPr>
              <p:spPr>
                <a:xfrm>
                  <a:off x="1112760" y="520560"/>
                  <a:ext cx="76320" cy="86400"/>
                </a:xfrm>
                <a:custGeom>
                  <a:avLst/>
                  <a:gdLst>
                    <a:gd name="textAreaLeft" fmla="*/ 0 w 76320"/>
                    <a:gd name="textAreaRight" fmla="*/ 77400 w 76320"/>
                    <a:gd name="textAreaTop" fmla="*/ 0 h 86400"/>
                    <a:gd name="textAreaBottom" fmla="*/ 87480 h 864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74" name="Freeform: Shape 107"/>
                <p:cNvSpPr/>
                <p:nvPr/>
              </p:nvSpPr>
              <p:spPr>
                <a:xfrm>
                  <a:off x="131076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75" name="Freeform: Shape 108"/>
                <p:cNvSpPr/>
                <p:nvPr/>
              </p:nvSpPr>
              <p:spPr>
                <a:xfrm>
                  <a:off x="1229400" y="519480"/>
                  <a:ext cx="67320" cy="88920"/>
                </a:xfrm>
                <a:custGeom>
                  <a:avLst/>
                  <a:gdLst>
                    <a:gd name="textAreaLeft" fmla="*/ 0 w 67320"/>
                    <a:gd name="textAreaRight" fmla="*/ 68400 w 67320"/>
                    <a:gd name="textAreaTop" fmla="*/ 0 h 88920"/>
                    <a:gd name="textAreaBottom" fmla="*/ 90000 h 889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76" name="Freeform: Shape 109"/>
                <p:cNvSpPr/>
                <p:nvPr/>
              </p:nvSpPr>
              <p:spPr>
                <a:xfrm>
                  <a:off x="90756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77" name="Freeform: Shape 110"/>
                <p:cNvSpPr/>
                <p:nvPr/>
              </p:nvSpPr>
              <p:spPr>
                <a:xfrm>
                  <a:off x="979200" y="520560"/>
                  <a:ext cx="52200" cy="86400"/>
                </a:xfrm>
                <a:custGeom>
                  <a:avLst/>
                  <a:gdLst>
                    <a:gd name="textAreaLeft" fmla="*/ 0 w 52200"/>
                    <a:gd name="textAreaRight" fmla="*/ 53280 w 52200"/>
                    <a:gd name="textAreaTop" fmla="*/ 0 h 86400"/>
                    <a:gd name="textAreaBottom" fmla="*/ 87480 h 864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2480" rIns="90000" bIns="42480" anchor="ctr">
                  <a:noAutofit/>
                </a:bodyPr>
                <a:lstStyle/>
                <a:p>
                  <a:pPr defTabSz="457200">
                    <a:lnSpc>
                      <a:spcPct val="100000"/>
                    </a:lnSpc>
                  </a:pPr>
                  <a:endParaRPr lang="en-US" sz="1800" b="0" strike="noStrike" spc="-1">
                    <a:solidFill>
                      <a:schemeClr val="dk1"/>
                    </a:solidFill>
                    <a:latin typeface="Calibri Light"/>
                  </a:endParaRPr>
                </a:p>
              </p:txBody>
            </p:sp>
            <p:sp>
              <p:nvSpPr>
                <p:cNvPr id="878" name="Freeform: Shape 111"/>
                <p:cNvSpPr/>
                <p:nvPr/>
              </p:nvSpPr>
              <p:spPr>
                <a:xfrm>
                  <a:off x="1374120" y="519480"/>
                  <a:ext cx="56160" cy="88920"/>
                </a:xfrm>
                <a:custGeom>
                  <a:avLst/>
                  <a:gdLst>
                    <a:gd name="textAreaLeft" fmla="*/ 0 w 56160"/>
                    <a:gd name="textAreaRight" fmla="*/ 57240 w 56160"/>
                    <a:gd name="textAreaTop" fmla="*/ 0 h 88920"/>
                    <a:gd name="textAreaBottom" fmla="*/ 90000 h 889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879" name="Graphic 8"/>
            <p:cNvGrpSpPr/>
            <p:nvPr/>
          </p:nvGrpSpPr>
          <p:grpSpPr>
            <a:xfrm>
              <a:off x="8317440" y="159120"/>
              <a:ext cx="506520" cy="450720"/>
              <a:chOff x="8317440" y="159120"/>
              <a:chExt cx="506520" cy="450720"/>
            </a:xfrm>
          </p:grpSpPr>
          <p:sp>
            <p:nvSpPr>
              <p:cNvPr id="880" name="Freeform: Shape 80"/>
              <p:cNvSpPr/>
              <p:nvPr/>
            </p:nvSpPr>
            <p:spPr>
              <a:xfrm>
                <a:off x="831744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81" name="Freeform: Shape 81"/>
              <p:cNvSpPr/>
              <p:nvPr/>
            </p:nvSpPr>
            <p:spPr>
              <a:xfrm>
                <a:off x="842688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82" name="Freeform: Shape 82"/>
              <p:cNvSpPr/>
              <p:nvPr/>
            </p:nvSpPr>
            <p:spPr>
              <a:xfrm>
                <a:off x="8565480" y="482400"/>
                <a:ext cx="121320" cy="127440"/>
              </a:xfrm>
              <a:custGeom>
                <a:avLst/>
                <a:gdLst>
                  <a:gd name="textAreaLeft" fmla="*/ 0 w 121320"/>
                  <a:gd name="textAreaRight" fmla="*/ 122400 w 121320"/>
                  <a:gd name="textAreaTop" fmla="*/ 0 h 127440"/>
                  <a:gd name="textAreaBottom" fmla="*/ 128520 h 127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83" name="Freeform: Shape 83"/>
              <p:cNvSpPr/>
              <p:nvPr/>
            </p:nvSpPr>
            <p:spPr>
              <a:xfrm>
                <a:off x="8674920" y="482400"/>
                <a:ext cx="149040" cy="127440"/>
              </a:xfrm>
              <a:custGeom>
                <a:avLst/>
                <a:gdLst>
                  <a:gd name="textAreaLeft" fmla="*/ 0 w 149040"/>
                  <a:gd name="textAreaRight" fmla="*/ 150120 w 149040"/>
                  <a:gd name="textAreaTop" fmla="*/ 0 h 127440"/>
                  <a:gd name="textAreaBottom" fmla="*/ 128520 h 127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84" name="Freeform: Shape 84"/>
              <p:cNvSpPr/>
              <p:nvPr/>
            </p:nvSpPr>
            <p:spPr>
              <a:xfrm>
                <a:off x="8391600" y="159120"/>
                <a:ext cx="358920" cy="257400"/>
              </a:xfrm>
              <a:custGeom>
                <a:avLst/>
                <a:gdLst>
                  <a:gd name="textAreaLeft" fmla="*/ 0 w 358920"/>
                  <a:gd name="textAreaRight" fmla="*/ 360000 w 358920"/>
                  <a:gd name="textAreaTop" fmla="*/ 0 h 257400"/>
                  <a:gd name="textAreaBottom" fmla="*/ 258480 h 25740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85" name="Freeform: Shape 85"/>
              <p:cNvSpPr/>
              <p:nvPr/>
            </p:nvSpPr>
            <p:spPr>
              <a:xfrm>
                <a:off x="860544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886" name="Freeform: Shape 86"/>
              <p:cNvSpPr/>
              <p:nvPr/>
            </p:nvSpPr>
            <p:spPr>
              <a:xfrm>
                <a:off x="8381160" y="250560"/>
                <a:ext cx="155160" cy="159120"/>
              </a:xfrm>
              <a:custGeom>
                <a:avLst/>
                <a:gdLst>
                  <a:gd name="textAreaLeft" fmla="*/ 0 w 155160"/>
                  <a:gd name="textAreaRight" fmla="*/ 156240 w 155160"/>
                  <a:gd name="textAreaTop" fmla="*/ 0 h 159120"/>
                  <a:gd name="textAreaBottom" fmla="*/ 160200 h 15912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8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88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89" name="Rectangle 8"/>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890" name="Straight Connector 17"/>
          <p:cNvCxnSpPr/>
          <p:nvPr/>
        </p:nvCxnSpPr>
        <p:spPr>
          <a:xfrm>
            <a:off x="90720" y="273240"/>
            <a:ext cx="108720" cy="1080"/>
          </a:xfrm>
          <a:prstGeom prst="straightConnector1">
            <a:avLst/>
          </a:prstGeom>
          <a:ln w="9525" cap="rnd">
            <a:solidFill>
              <a:srgbClr val="4E84C4"/>
            </a:solidFill>
            <a:round/>
          </a:ln>
        </p:spPr>
      </p:cxnSp>
      <p:sp>
        <p:nvSpPr>
          <p:cNvPr id="891" name="TextBox 18"/>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400" b="0" strike="noStrike" spc="-1">
              <a:solidFill>
                <a:schemeClr val="lt1"/>
              </a:solidFill>
              <a:latin typeface="Calibri Light"/>
            </a:endParaRPr>
          </a:p>
        </p:txBody>
      </p:sp>
      <p:sp>
        <p:nvSpPr>
          <p:cNvPr id="892" name="Rectangle 20"/>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pic>
        <p:nvPicPr>
          <p:cNvPr id="893" name="Picture 11"/>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
        <p:nvSpPr>
          <p:cNvPr id="894" name="Oval 14"/>
          <p:cNvSpPr/>
          <p:nvPr/>
        </p:nvSpPr>
        <p:spPr>
          <a:xfrm>
            <a:off x="734040" y="1371600"/>
            <a:ext cx="2909520" cy="2909520"/>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
        <p:nvSpPr>
          <p:cNvPr id="89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FFFFFF"/>
                </a:solidFill>
                <a:latin typeface="Arial"/>
              </a:rPr>
              <a:t>Click to edit the title text format</a:t>
            </a:r>
          </a:p>
        </p:txBody>
      </p:sp>
      <p:sp>
        <p:nvSpPr>
          <p:cNvPr id="89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solidFill>
                  <a:srgbClr val="FFFFFF"/>
                </a:solidFill>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solidFill>
                  <a:srgbClr val="FFFFFF"/>
                </a:solidFill>
                <a:latin typeface="Arial"/>
              </a:rPr>
              <a:t>Second Outline Level</a:t>
            </a:r>
          </a:p>
          <a:p>
            <a:pPr marL="1296000" lvl="2" indent="-288000">
              <a:spcBef>
                <a:spcPts val="850"/>
              </a:spcBef>
              <a:buClr>
                <a:srgbClr val="FFFFFF"/>
              </a:buClr>
              <a:buSzPct val="45000"/>
              <a:buFont typeface="Wingdings" charset="2"/>
              <a:buChar char=""/>
            </a:pPr>
            <a:r>
              <a:rPr lang="en-US" sz="2400" b="0" strike="noStrike" spc="-1">
                <a:solidFill>
                  <a:srgbClr val="FFFFFF"/>
                </a:solidFill>
                <a:latin typeface="Arial"/>
              </a:rPr>
              <a:t>Third Outline Level</a:t>
            </a:r>
          </a:p>
          <a:p>
            <a:pPr marL="1728000" lvl="3" indent="-216000">
              <a:spcBef>
                <a:spcPts val="567"/>
              </a:spcBef>
              <a:buClr>
                <a:srgbClr val="FFFFFF"/>
              </a:buClr>
              <a:buSzPct val="75000"/>
              <a:buFont typeface="Symbol" charset="2"/>
              <a:buChar char=""/>
            </a:pPr>
            <a:r>
              <a:rPr lang="en-US" sz="2000" b="0" strike="noStrike" spc="-1">
                <a:solidFill>
                  <a:srgbClr val="FFFFFF"/>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FFFFFF"/>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FFFFFF"/>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FFFFFF"/>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897" name="Picture 11"/>
          <p:cNvPicPr/>
          <p:nvPr/>
        </p:nvPicPr>
        <p:blipFill>
          <a:blip>
            <a:extLst>
              <a:ext uri="{96DAC541-7B7A-43D3-8B79-37D633B846F1}">
                <asvg:svgBlip xmlns:asvg="http://schemas.microsoft.com/office/drawing/2016/SVG/main" r:embed="rId3"/>
              </a:ext>
            </a:extLst>
          </a:blip>
          <a:stretch/>
        </p:blipFill>
        <p:spPr>
          <a:xfrm>
            <a:off x="0" y="0"/>
            <a:ext cx="9142920" cy="5142600"/>
          </a:xfrm>
          <a:prstGeom prst="rect">
            <a:avLst/>
          </a:prstGeom>
          <a:ln w="0">
            <a:noFill/>
          </a:ln>
        </p:spPr>
      </p:pic>
      <p:sp>
        <p:nvSpPr>
          <p:cNvPr id="898" name="Rectangle 8"/>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899" name="Straight Connector 17"/>
          <p:cNvCxnSpPr/>
          <p:nvPr/>
        </p:nvCxnSpPr>
        <p:spPr>
          <a:xfrm>
            <a:off x="90720" y="273240"/>
            <a:ext cx="108720" cy="1080"/>
          </a:xfrm>
          <a:prstGeom prst="straightConnector1">
            <a:avLst/>
          </a:prstGeom>
          <a:ln w="9525" cap="rnd">
            <a:solidFill>
              <a:srgbClr val="4E84C4"/>
            </a:solidFill>
            <a:round/>
          </a:ln>
        </p:spPr>
      </p:cxnSp>
      <p:sp>
        <p:nvSpPr>
          <p:cNvPr id="900" name="TextBox 18"/>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400" b="0" strike="noStrike" spc="-1">
              <a:solidFill>
                <a:schemeClr val="dk1"/>
              </a:solidFill>
              <a:latin typeface="Calibri Light"/>
            </a:endParaRPr>
          </a:p>
        </p:txBody>
      </p:sp>
      <p:sp>
        <p:nvSpPr>
          <p:cNvPr id="901" name="Rectangle 20"/>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grpSp>
        <p:nvGrpSpPr>
          <p:cNvPr id="902" name="Group 3"/>
          <p:cNvGrpSpPr/>
          <p:nvPr/>
        </p:nvGrpSpPr>
        <p:grpSpPr>
          <a:xfrm>
            <a:off x="298440" y="4650480"/>
            <a:ext cx="8546040" cy="387360"/>
            <a:chOff x="298440" y="4650480"/>
            <a:chExt cx="8546040" cy="387360"/>
          </a:xfrm>
        </p:grpSpPr>
        <p:grpSp>
          <p:nvGrpSpPr>
            <p:cNvPr id="903" name="Group 4"/>
            <p:cNvGrpSpPr/>
            <p:nvPr/>
          </p:nvGrpSpPr>
          <p:grpSpPr>
            <a:xfrm>
              <a:off x="298440" y="4736160"/>
              <a:ext cx="1265760" cy="301680"/>
              <a:chOff x="298440" y="4736160"/>
              <a:chExt cx="1265760" cy="301680"/>
            </a:xfrm>
          </p:grpSpPr>
          <p:grpSp>
            <p:nvGrpSpPr>
              <p:cNvPr id="904" name="Graphic 8"/>
              <p:cNvGrpSpPr/>
              <p:nvPr/>
            </p:nvGrpSpPr>
            <p:grpSpPr>
              <a:xfrm>
                <a:off x="298440" y="4736520"/>
                <a:ext cx="483840" cy="301320"/>
                <a:chOff x="298440" y="4736520"/>
                <a:chExt cx="483840" cy="301320"/>
              </a:xfrm>
            </p:grpSpPr>
            <p:sp>
              <p:nvSpPr>
                <p:cNvPr id="905" name="Freeform: Shape 45"/>
                <p:cNvSpPr/>
                <p:nvPr/>
              </p:nvSpPr>
              <p:spPr>
                <a:xfrm>
                  <a:off x="29844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06" name="Freeform: Shape 46"/>
                <p:cNvSpPr/>
                <p:nvPr/>
              </p:nvSpPr>
              <p:spPr>
                <a:xfrm>
                  <a:off x="65052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907" name="Graphic 8"/>
              <p:cNvGrpSpPr/>
              <p:nvPr/>
            </p:nvGrpSpPr>
            <p:grpSpPr>
              <a:xfrm>
                <a:off x="847080" y="4736160"/>
                <a:ext cx="717120" cy="300240"/>
                <a:chOff x="847080" y="4736160"/>
                <a:chExt cx="717120" cy="300240"/>
              </a:xfrm>
            </p:grpSpPr>
            <p:sp>
              <p:nvSpPr>
                <p:cNvPr id="908" name="Freeform: Shape 21"/>
                <p:cNvSpPr/>
                <p:nvPr/>
              </p:nvSpPr>
              <p:spPr>
                <a:xfrm>
                  <a:off x="84708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09" name="Freeform: Shape 22"/>
                <p:cNvSpPr/>
                <p:nvPr/>
              </p:nvSpPr>
              <p:spPr>
                <a:xfrm>
                  <a:off x="9129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0" name="Freeform: Shape 23"/>
                <p:cNvSpPr/>
                <p:nvPr/>
              </p:nvSpPr>
              <p:spPr>
                <a:xfrm>
                  <a:off x="99540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1" name="Freeform: Shape 24"/>
                <p:cNvSpPr/>
                <p:nvPr/>
              </p:nvSpPr>
              <p:spPr>
                <a:xfrm>
                  <a:off x="106092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2" name="Freeform: Shape 25"/>
                <p:cNvSpPr/>
                <p:nvPr/>
              </p:nvSpPr>
              <p:spPr>
                <a:xfrm>
                  <a:off x="136764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3" name="Freeform: Shape 26"/>
                <p:cNvSpPr/>
                <p:nvPr/>
              </p:nvSpPr>
              <p:spPr>
                <a:xfrm>
                  <a:off x="129096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4" name="Freeform: Shape 27"/>
                <p:cNvSpPr/>
                <p:nvPr/>
              </p:nvSpPr>
              <p:spPr>
                <a:xfrm>
                  <a:off x="106524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15" name="Freeform: Shape 28"/>
                <p:cNvSpPr/>
                <p:nvPr/>
              </p:nvSpPr>
              <p:spPr>
                <a:xfrm>
                  <a:off x="84708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16" name="Freeform: Shape 30"/>
                <p:cNvSpPr/>
                <p:nvPr/>
              </p:nvSpPr>
              <p:spPr>
                <a:xfrm>
                  <a:off x="123876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7" name="Freeform: Shape 31"/>
                <p:cNvSpPr/>
                <p:nvPr/>
              </p:nvSpPr>
              <p:spPr>
                <a:xfrm>
                  <a:off x="150264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18" name="Freeform: Shape 32"/>
                <p:cNvSpPr/>
                <p:nvPr/>
              </p:nvSpPr>
              <p:spPr>
                <a:xfrm>
                  <a:off x="90972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19" name="Freeform: Shape 33"/>
                <p:cNvSpPr/>
                <p:nvPr/>
              </p:nvSpPr>
              <p:spPr>
                <a:xfrm>
                  <a:off x="143928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20" name="Freeform: Shape 34"/>
                <p:cNvSpPr/>
                <p:nvPr/>
              </p:nvSpPr>
              <p:spPr>
                <a:xfrm>
                  <a:off x="120132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21" name="Freeform: Shape 35"/>
                <p:cNvSpPr/>
                <p:nvPr/>
              </p:nvSpPr>
              <p:spPr>
                <a:xfrm>
                  <a:off x="112644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922" name="Freeform: Shape 36"/>
                <p:cNvSpPr/>
                <p:nvPr/>
              </p:nvSpPr>
              <p:spPr>
                <a:xfrm>
                  <a:off x="992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23" name="Freeform: Shape 37"/>
                <p:cNvSpPr/>
                <p:nvPr/>
              </p:nvSpPr>
              <p:spPr>
                <a:xfrm>
                  <a:off x="109800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24" name="Freeform: Shape 38"/>
                <p:cNvSpPr/>
                <p:nvPr/>
              </p:nvSpPr>
              <p:spPr>
                <a:xfrm>
                  <a:off x="96624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25" name="Freeform: Shape 39"/>
                <p:cNvSpPr/>
                <p:nvPr/>
              </p:nvSpPr>
              <p:spPr>
                <a:xfrm>
                  <a:off x="102348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26" name="Freeform: Shape 40"/>
                <p:cNvSpPr/>
                <p:nvPr/>
              </p:nvSpPr>
              <p:spPr>
                <a:xfrm>
                  <a:off x="119340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27" name="Freeform: Shape 41"/>
                <p:cNvSpPr/>
                <p:nvPr/>
              </p:nvSpPr>
              <p:spPr>
                <a:xfrm>
                  <a:off x="112356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28" name="Freeform: Shape 42"/>
                <p:cNvSpPr/>
                <p:nvPr/>
              </p:nvSpPr>
              <p:spPr>
                <a:xfrm>
                  <a:off x="84708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29" name="Freeform: Shape 43"/>
                <p:cNvSpPr/>
                <p:nvPr/>
              </p:nvSpPr>
              <p:spPr>
                <a:xfrm>
                  <a:off x="908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30" name="Freeform: Shape 44"/>
                <p:cNvSpPr/>
                <p:nvPr/>
              </p:nvSpPr>
              <p:spPr>
                <a:xfrm>
                  <a:off x="124776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931" name="Graphic 8"/>
            <p:cNvGrpSpPr/>
            <p:nvPr/>
          </p:nvGrpSpPr>
          <p:grpSpPr>
            <a:xfrm>
              <a:off x="8409600" y="4650480"/>
              <a:ext cx="434880" cy="387000"/>
              <a:chOff x="8409600" y="4650480"/>
              <a:chExt cx="434880" cy="387000"/>
            </a:xfrm>
          </p:grpSpPr>
          <p:sp>
            <p:nvSpPr>
              <p:cNvPr id="932" name="Freeform: Shape 6"/>
              <p:cNvSpPr/>
              <p:nvPr/>
            </p:nvSpPr>
            <p:spPr>
              <a:xfrm>
                <a:off x="8409600" y="492804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33" name="Freeform: Shape 7"/>
              <p:cNvSpPr/>
              <p:nvPr/>
            </p:nvSpPr>
            <p:spPr>
              <a:xfrm>
                <a:off x="8503560" y="492804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34" name="Freeform: Shape 9"/>
              <p:cNvSpPr/>
              <p:nvPr/>
            </p:nvSpPr>
            <p:spPr>
              <a:xfrm>
                <a:off x="8622360" y="492804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35" name="Freeform: Shape 10"/>
              <p:cNvSpPr/>
              <p:nvPr/>
            </p:nvSpPr>
            <p:spPr>
              <a:xfrm>
                <a:off x="8716680" y="492804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36" name="Freeform: Shape 12"/>
              <p:cNvSpPr/>
              <p:nvPr/>
            </p:nvSpPr>
            <p:spPr>
              <a:xfrm>
                <a:off x="8473320" y="465048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37" name="Freeform: Shape 13"/>
              <p:cNvSpPr/>
              <p:nvPr/>
            </p:nvSpPr>
            <p:spPr>
              <a:xfrm>
                <a:off x="8656920" y="472896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38" name="Freeform: Shape 15"/>
              <p:cNvSpPr/>
              <p:nvPr/>
            </p:nvSpPr>
            <p:spPr>
              <a:xfrm>
                <a:off x="8464320" y="472896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939" name="Oval 14"/>
          <p:cNvSpPr/>
          <p:nvPr/>
        </p:nvSpPr>
        <p:spPr>
          <a:xfrm>
            <a:off x="734040" y="1371600"/>
            <a:ext cx="2909520" cy="2909520"/>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
        <p:nvSpPr>
          <p:cNvPr id="9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94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942" name="Graphic 48"/>
          <p:cNvPicPr/>
          <p:nvPr/>
        </p:nvPicPr>
        <p:blipFill>
          <a:blip>
            <a:extLst>
              <a:ext uri="{96DAC541-7B7A-43D3-8B79-37D633B846F1}">
                <asvg:svgBlip xmlns:asvg="http://schemas.microsoft.com/office/drawing/2016/SVG/main" r:embed="rId3"/>
              </a:ext>
            </a:extLst>
          </a:blip>
          <a:stretch/>
        </p:blipFill>
        <p:spPr>
          <a:xfrm>
            <a:off x="-37440" y="0"/>
            <a:ext cx="9142920" cy="5142600"/>
          </a:xfrm>
          <a:prstGeom prst="rect">
            <a:avLst/>
          </a:prstGeom>
          <a:ln w="0">
            <a:noFill/>
          </a:ln>
        </p:spPr>
      </p:pic>
      <p:sp>
        <p:nvSpPr>
          <p:cNvPr id="943" name="Rectangle 14"/>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944" name="Straight Connector 17"/>
          <p:cNvCxnSpPr/>
          <p:nvPr/>
        </p:nvCxnSpPr>
        <p:spPr>
          <a:xfrm>
            <a:off x="90720" y="273240"/>
            <a:ext cx="108720" cy="1080"/>
          </a:xfrm>
          <a:prstGeom prst="straightConnector1">
            <a:avLst/>
          </a:prstGeom>
          <a:ln w="9525" cap="rnd">
            <a:solidFill>
              <a:srgbClr val="4E84C4"/>
            </a:solidFill>
            <a:round/>
          </a:ln>
        </p:spPr>
      </p:cxnSp>
      <p:sp>
        <p:nvSpPr>
          <p:cNvPr id="945" name="TextBox 18"/>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400" b="0" strike="noStrike" spc="-1">
              <a:solidFill>
                <a:schemeClr val="lt1"/>
              </a:solidFill>
              <a:latin typeface="Calibri Light"/>
            </a:endParaRPr>
          </a:p>
        </p:txBody>
      </p:sp>
      <p:sp>
        <p:nvSpPr>
          <p:cNvPr id="946" name="Rectangle 20"/>
          <p:cNvSpPr/>
          <p:nvPr/>
        </p:nvSpPr>
        <p:spPr>
          <a:xfrm>
            <a:off x="37440" y="63360"/>
            <a:ext cx="214200" cy="431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grpSp>
        <p:nvGrpSpPr>
          <p:cNvPr id="947" name="Group 3"/>
          <p:cNvGrpSpPr/>
          <p:nvPr/>
        </p:nvGrpSpPr>
        <p:grpSpPr>
          <a:xfrm>
            <a:off x="298440" y="4650480"/>
            <a:ext cx="8546040" cy="387360"/>
            <a:chOff x="298440" y="4650480"/>
            <a:chExt cx="8546040" cy="387360"/>
          </a:xfrm>
        </p:grpSpPr>
        <p:grpSp>
          <p:nvGrpSpPr>
            <p:cNvPr id="948" name="Group 4"/>
            <p:cNvGrpSpPr/>
            <p:nvPr/>
          </p:nvGrpSpPr>
          <p:grpSpPr>
            <a:xfrm>
              <a:off x="298440" y="4736160"/>
              <a:ext cx="1265760" cy="301680"/>
              <a:chOff x="298440" y="4736160"/>
              <a:chExt cx="1265760" cy="301680"/>
            </a:xfrm>
          </p:grpSpPr>
          <p:grpSp>
            <p:nvGrpSpPr>
              <p:cNvPr id="949" name="Graphic 8"/>
              <p:cNvGrpSpPr/>
              <p:nvPr/>
            </p:nvGrpSpPr>
            <p:grpSpPr>
              <a:xfrm>
                <a:off x="298440" y="4736520"/>
                <a:ext cx="483840" cy="301320"/>
                <a:chOff x="298440" y="4736520"/>
                <a:chExt cx="483840" cy="301320"/>
              </a:xfrm>
            </p:grpSpPr>
            <p:sp>
              <p:nvSpPr>
                <p:cNvPr id="950" name="Freeform: Shape 45"/>
                <p:cNvSpPr/>
                <p:nvPr/>
              </p:nvSpPr>
              <p:spPr>
                <a:xfrm>
                  <a:off x="29844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51" name="Freeform: Shape 46"/>
                <p:cNvSpPr/>
                <p:nvPr/>
              </p:nvSpPr>
              <p:spPr>
                <a:xfrm>
                  <a:off x="65052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952" name="Graphic 8"/>
              <p:cNvGrpSpPr/>
              <p:nvPr/>
            </p:nvGrpSpPr>
            <p:grpSpPr>
              <a:xfrm>
                <a:off x="847080" y="4736160"/>
                <a:ext cx="717120" cy="300240"/>
                <a:chOff x="847080" y="4736160"/>
                <a:chExt cx="717120" cy="300240"/>
              </a:xfrm>
            </p:grpSpPr>
            <p:sp>
              <p:nvSpPr>
                <p:cNvPr id="953" name="Freeform: Shape 21"/>
                <p:cNvSpPr/>
                <p:nvPr/>
              </p:nvSpPr>
              <p:spPr>
                <a:xfrm>
                  <a:off x="84708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54" name="Freeform: Shape 22"/>
                <p:cNvSpPr/>
                <p:nvPr/>
              </p:nvSpPr>
              <p:spPr>
                <a:xfrm>
                  <a:off x="9129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55" name="Freeform: Shape 23"/>
                <p:cNvSpPr/>
                <p:nvPr/>
              </p:nvSpPr>
              <p:spPr>
                <a:xfrm>
                  <a:off x="99540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56" name="Freeform: Shape 24"/>
                <p:cNvSpPr/>
                <p:nvPr/>
              </p:nvSpPr>
              <p:spPr>
                <a:xfrm>
                  <a:off x="106092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57" name="Freeform: Shape 25"/>
                <p:cNvSpPr/>
                <p:nvPr/>
              </p:nvSpPr>
              <p:spPr>
                <a:xfrm>
                  <a:off x="136764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58" name="Freeform: Shape 26"/>
                <p:cNvSpPr/>
                <p:nvPr/>
              </p:nvSpPr>
              <p:spPr>
                <a:xfrm>
                  <a:off x="129096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59" name="Freeform: Shape 27"/>
                <p:cNvSpPr/>
                <p:nvPr/>
              </p:nvSpPr>
              <p:spPr>
                <a:xfrm>
                  <a:off x="106524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60" name="Freeform: Shape 28"/>
                <p:cNvSpPr/>
                <p:nvPr/>
              </p:nvSpPr>
              <p:spPr>
                <a:xfrm>
                  <a:off x="84708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61" name="Freeform: Shape 30"/>
                <p:cNvSpPr/>
                <p:nvPr/>
              </p:nvSpPr>
              <p:spPr>
                <a:xfrm>
                  <a:off x="123876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62" name="Freeform: Shape 31"/>
                <p:cNvSpPr/>
                <p:nvPr/>
              </p:nvSpPr>
              <p:spPr>
                <a:xfrm>
                  <a:off x="150264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63" name="Freeform: Shape 32"/>
                <p:cNvSpPr/>
                <p:nvPr/>
              </p:nvSpPr>
              <p:spPr>
                <a:xfrm>
                  <a:off x="90972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64" name="Freeform: Shape 33"/>
                <p:cNvSpPr/>
                <p:nvPr/>
              </p:nvSpPr>
              <p:spPr>
                <a:xfrm>
                  <a:off x="143928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65" name="Freeform: Shape 34"/>
                <p:cNvSpPr/>
                <p:nvPr/>
              </p:nvSpPr>
              <p:spPr>
                <a:xfrm>
                  <a:off x="120132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66" name="Freeform: Shape 35"/>
                <p:cNvSpPr/>
                <p:nvPr/>
              </p:nvSpPr>
              <p:spPr>
                <a:xfrm>
                  <a:off x="112644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967" name="Freeform: Shape 36"/>
                <p:cNvSpPr/>
                <p:nvPr/>
              </p:nvSpPr>
              <p:spPr>
                <a:xfrm>
                  <a:off x="992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68" name="Freeform: Shape 37"/>
                <p:cNvSpPr/>
                <p:nvPr/>
              </p:nvSpPr>
              <p:spPr>
                <a:xfrm>
                  <a:off x="109800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69" name="Freeform: Shape 38"/>
                <p:cNvSpPr/>
                <p:nvPr/>
              </p:nvSpPr>
              <p:spPr>
                <a:xfrm>
                  <a:off x="96624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70" name="Freeform: Shape 39"/>
                <p:cNvSpPr/>
                <p:nvPr/>
              </p:nvSpPr>
              <p:spPr>
                <a:xfrm>
                  <a:off x="102348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71" name="Freeform: Shape 40"/>
                <p:cNvSpPr/>
                <p:nvPr/>
              </p:nvSpPr>
              <p:spPr>
                <a:xfrm>
                  <a:off x="119340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72" name="Freeform: Shape 41"/>
                <p:cNvSpPr/>
                <p:nvPr/>
              </p:nvSpPr>
              <p:spPr>
                <a:xfrm>
                  <a:off x="112356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73" name="Freeform: Shape 42"/>
                <p:cNvSpPr/>
                <p:nvPr/>
              </p:nvSpPr>
              <p:spPr>
                <a:xfrm>
                  <a:off x="84708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974" name="Freeform: Shape 43"/>
                <p:cNvSpPr/>
                <p:nvPr/>
              </p:nvSpPr>
              <p:spPr>
                <a:xfrm>
                  <a:off x="908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75" name="Freeform: Shape 44"/>
                <p:cNvSpPr/>
                <p:nvPr/>
              </p:nvSpPr>
              <p:spPr>
                <a:xfrm>
                  <a:off x="124776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976" name="Graphic 8"/>
            <p:cNvGrpSpPr/>
            <p:nvPr/>
          </p:nvGrpSpPr>
          <p:grpSpPr>
            <a:xfrm>
              <a:off x="8409600" y="4650480"/>
              <a:ext cx="434880" cy="387000"/>
              <a:chOff x="8409600" y="4650480"/>
              <a:chExt cx="434880" cy="387000"/>
            </a:xfrm>
          </p:grpSpPr>
          <p:sp>
            <p:nvSpPr>
              <p:cNvPr id="977" name="Freeform: Shape 6"/>
              <p:cNvSpPr/>
              <p:nvPr/>
            </p:nvSpPr>
            <p:spPr>
              <a:xfrm>
                <a:off x="8409600" y="492804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78" name="Freeform: Shape 7"/>
              <p:cNvSpPr/>
              <p:nvPr/>
            </p:nvSpPr>
            <p:spPr>
              <a:xfrm>
                <a:off x="8503560" y="492804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79" name="Freeform: Shape 9"/>
              <p:cNvSpPr/>
              <p:nvPr/>
            </p:nvSpPr>
            <p:spPr>
              <a:xfrm>
                <a:off x="8622360" y="492804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80" name="Freeform: Shape 10"/>
              <p:cNvSpPr/>
              <p:nvPr/>
            </p:nvSpPr>
            <p:spPr>
              <a:xfrm>
                <a:off x="8716680" y="492804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81" name="Freeform: Shape 12"/>
              <p:cNvSpPr/>
              <p:nvPr/>
            </p:nvSpPr>
            <p:spPr>
              <a:xfrm>
                <a:off x="8473320" y="465048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82" name="Freeform: Shape 13"/>
              <p:cNvSpPr/>
              <p:nvPr/>
            </p:nvSpPr>
            <p:spPr>
              <a:xfrm>
                <a:off x="8656920" y="472896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83" name="Freeform: Shape 15"/>
              <p:cNvSpPr/>
              <p:nvPr/>
            </p:nvSpPr>
            <p:spPr>
              <a:xfrm>
                <a:off x="8464320" y="472896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984" name="Oval 8"/>
          <p:cNvSpPr/>
          <p:nvPr/>
        </p:nvSpPr>
        <p:spPr>
          <a:xfrm>
            <a:off x="5403960" y="246960"/>
            <a:ext cx="3160080" cy="3160080"/>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985" name="Graphic 29"/>
          <p:cNvPicPr/>
          <p:nvPr/>
        </p:nvPicPr>
        <p:blipFill>
          <a:blip>
            <a:extLst>
              <a:ext uri="{96DAC541-7B7A-43D3-8B79-37D633B846F1}">
                <asvg:svgBlip xmlns:asvg="http://schemas.microsoft.com/office/drawing/2016/SVG/main" r:embed="rId3"/>
              </a:ext>
            </a:extLst>
          </a:blip>
          <a:stretch/>
        </p:blipFill>
        <p:spPr>
          <a:xfrm>
            <a:off x="-37440" y="0"/>
            <a:ext cx="9142920" cy="5142600"/>
          </a:xfrm>
          <a:prstGeom prst="rect">
            <a:avLst/>
          </a:prstGeom>
          <a:ln w="0">
            <a:noFill/>
          </a:ln>
        </p:spPr>
      </p:pic>
      <p:sp>
        <p:nvSpPr>
          <p:cNvPr id="986" name="Rectangle 14"/>
          <p:cNvSpPr/>
          <p:nvPr/>
        </p:nvSpPr>
        <p:spPr>
          <a:xfrm>
            <a:off x="70560" y="100800"/>
            <a:ext cx="147240" cy="144720"/>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cxnSp>
        <p:nvCxnSpPr>
          <p:cNvPr id="987" name="Straight Connector 17"/>
          <p:cNvCxnSpPr/>
          <p:nvPr/>
        </p:nvCxnSpPr>
        <p:spPr>
          <a:xfrm>
            <a:off x="90720" y="273240"/>
            <a:ext cx="108720" cy="1080"/>
          </a:xfrm>
          <a:prstGeom prst="straightConnector1">
            <a:avLst/>
          </a:prstGeom>
          <a:ln w="9525" cap="rnd">
            <a:solidFill>
              <a:srgbClr val="4E84C4"/>
            </a:solidFill>
            <a:round/>
          </a:ln>
        </p:spPr>
      </p:cxnSp>
      <p:sp>
        <p:nvSpPr>
          <p:cNvPr id="988" name="TextBox 18"/>
          <p:cNvSpPr/>
          <p:nvPr/>
        </p:nvSpPr>
        <p:spPr>
          <a:xfrm>
            <a:off x="70560" y="330840"/>
            <a:ext cx="147240" cy="144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457200">
              <a:lnSpc>
                <a:spcPct val="100000"/>
              </a:lnSpc>
            </a:pPr>
            <a:endParaRPr lang="en-US" sz="1400" b="0" strike="noStrike" spc="-1">
              <a:solidFill>
                <a:schemeClr val="dk1"/>
              </a:solidFill>
              <a:latin typeface="Calibri Light"/>
            </a:endParaRPr>
          </a:p>
        </p:txBody>
      </p:sp>
      <p:sp>
        <p:nvSpPr>
          <p:cNvPr id="989" name="Rectangle 20"/>
          <p:cNvSpPr/>
          <p:nvPr/>
        </p:nvSpPr>
        <p:spPr>
          <a:xfrm>
            <a:off x="37440" y="63360"/>
            <a:ext cx="214200" cy="431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090" b="0" strike="noStrike" spc="-1">
              <a:solidFill>
                <a:schemeClr val="lt1"/>
              </a:solidFill>
              <a:latin typeface="Calibri Light"/>
            </a:endParaRPr>
          </a:p>
        </p:txBody>
      </p:sp>
      <p:grpSp>
        <p:nvGrpSpPr>
          <p:cNvPr id="990" name="Group 3"/>
          <p:cNvGrpSpPr/>
          <p:nvPr/>
        </p:nvGrpSpPr>
        <p:grpSpPr>
          <a:xfrm>
            <a:off x="298440" y="4650480"/>
            <a:ext cx="8546040" cy="387360"/>
            <a:chOff x="298440" y="4650480"/>
            <a:chExt cx="8546040" cy="387360"/>
          </a:xfrm>
        </p:grpSpPr>
        <p:grpSp>
          <p:nvGrpSpPr>
            <p:cNvPr id="991" name="Group 4"/>
            <p:cNvGrpSpPr/>
            <p:nvPr/>
          </p:nvGrpSpPr>
          <p:grpSpPr>
            <a:xfrm>
              <a:off x="298440" y="4736160"/>
              <a:ext cx="1265760" cy="301680"/>
              <a:chOff x="298440" y="4736160"/>
              <a:chExt cx="1265760" cy="301680"/>
            </a:xfrm>
          </p:grpSpPr>
          <p:grpSp>
            <p:nvGrpSpPr>
              <p:cNvPr id="992" name="Graphic 8"/>
              <p:cNvGrpSpPr/>
              <p:nvPr/>
            </p:nvGrpSpPr>
            <p:grpSpPr>
              <a:xfrm>
                <a:off x="298440" y="4736520"/>
                <a:ext cx="483840" cy="301320"/>
                <a:chOff x="298440" y="4736520"/>
                <a:chExt cx="483840" cy="301320"/>
              </a:xfrm>
            </p:grpSpPr>
            <p:sp>
              <p:nvSpPr>
                <p:cNvPr id="993" name="Freeform: Shape 45"/>
                <p:cNvSpPr/>
                <p:nvPr/>
              </p:nvSpPr>
              <p:spPr>
                <a:xfrm>
                  <a:off x="298440" y="4736520"/>
                  <a:ext cx="483840" cy="301320"/>
                </a:xfrm>
                <a:custGeom>
                  <a:avLst/>
                  <a:gdLst>
                    <a:gd name="textAreaLeft" fmla="*/ 0 w 483840"/>
                    <a:gd name="textAreaRight" fmla="*/ 484920 w 483840"/>
                    <a:gd name="textAreaTop" fmla="*/ 0 h 301320"/>
                    <a:gd name="textAreaBottom" fmla="*/ 302400 h 301320"/>
                  </a:gdLst>
                  <a:ahLst/>
                  <a:cxnLst/>
                  <a:rect l="textAreaLeft" t="textAreaTop" r="textAreaRight" b="textAreaBottom"/>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994" name="Freeform: Shape 46"/>
                <p:cNvSpPr/>
                <p:nvPr/>
              </p:nvSpPr>
              <p:spPr>
                <a:xfrm>
                  <a:off x="650520" y="4857120"/>
                  <a:ext cx="2880" cy="360"/>
                </a:xfrm>
                <a:custGeom>
                  <a:avLst/>
                  <a:gdLst>
                    <a:gd name="textAreaLeft" fmla="*/ 0 w 2880"/>
                    <a:gd name="textAreaRight" fmla="*/ 3960 w 2880"/>
                    <a:gd name="textAreaTop" fmla="*/ 0 h 360"/>
                    <a:gd name="textAreaBottom" fmla="*/ 2880 h 360"/>
                  </a:gdLst>
                  <a:ahLst/>
                  <a:cxnLst/>
                  <a:rect l="textAreaLeft" t="textAreaTop" r="textAreaRight" b="textAreaBottom"/>
                  <a:pathLst>
                    <a:path w="5060" h="151">
                      <a:moveTo>
                        <a:pt x="0" y="0"/>
                      </a:moveTo>
                      <a:cubicBezTo>
                        <a:pt x="0" y="0"/>
                        <a:pt x="0" y="0"/>
                        <a:pt x="0" y="0"/>
                      </a:cubicBezTo>
                      <a:cubicBezTo>
                        <a:pt x="0" y="51"/>
                        <a:pt x="0" y="101"/>
                        <a:pt x="0" y="152"/>
                      </a:cubicBezTo>
                      <a:cubicBezTo>
                        <a:pt x="0" y="152"/>
                        <a:pt x="0" y="51"/>
                        <a:pt x="0"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4280" rIns="90000" bIns="-44280" anchor="ctr">
                  <a:noAutofit/>
                </a:bodyPr>
                <a:lstStyle/>
                <a:p>
                  <a:pPr defTabSz="457200">
                    <a:lnSpc>
                      <a:spcPct val="100000"/>
                    </a:lnSpc>
                  </a:pPr>
                  <a:endParaRPr lang="en-US" sz="1800" b="0" strike="noStrike" spc="-1">
                    <a:solidFill>
                      <a:schemeClr val="dk1"/>
                    </a:solidFill>
                    <a:latin typeface="Calibri Light"/>
                  </a:endParaRPr>
                </a:p>
              </p:txBody>
            </p:sp>
          </p:grpSp>
          <p:grpSp>
            <p:nvGrpSpPr>
              <p:cNvPr id="995" name="Graphic 8"/>
              <p:cNvGrpSpPr/>
              <p:nvPr/>
            </p:nvGrpSpPr>
            <p:grpSpPr>
              <a:xfrm>
                <a:off x="847080" y="4736160"/>
                <a:ext cx="717120" cy="300240"/>
                <a:chOff x="847080" y="4736160"/>
                <a:chExt cx="717120" cy="300240"/>
              </a:xfrm>
            </p:grpSpPr>
            <p:sp>
              <p:nvSpPr>
                <p:cNvPr id="996" name="Freeform: Shape 21"/>
                <p:cNvSpPr/>
                <p:nvPr/>
              </p:nvSpPr>
              <p:spPr>
                <a:xfrm>
                  <a:off x="84708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97" name="Freeform: Shape 22"/>
                <p:cNvSpPr/>
                <p:nvPr/>
              </p:nvSpPr>
              <p:spPr>
                <a:xfrm>
                  <a:off x="91296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98" name="Freeform: Shape 23"/>
                <p:cNvSpPr/>
                <p:nvPr/>
              </p:nvSpPr>
              <p:spPr>
                <a:xfrm>
                  <a:off x="995400" y="4736160"/>
                  <a:ext cx="72000" cy="73800"/>
                </a:xfrm>
                <a:custGeom>
                  <a:avLst/>
                  <a:gdLst>
                    <a:gd name="textAreaLeft" fmla="*/ 0 w 72000"/>
                    <a:gd name="textAreaRight" fmla="*/ 73080 w 72000"/>
                    <a:gd name="textAreaTop" fmla="*/ 0 h 73800"/>
                    <a:gd name="textAreaBottom" fmla="*/ 74880 h 73800"/>
                  </a:gdLst>
                  <a:ahLst/>
                  <a:cxnLst/>
                  <a:rect l="textAreaLeft" t="textAreaTop" r="textAreaRight" b="textAreaBottom"/>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999" name="Freeform: Shape 24"/>
                <p:cNvSpPr/>
                <p:nvPr/>
              </p:nvSpPr>
              <p:spPr>
                <a:xfrm>
                  <a:off x="1060920" y="4736160"/>
                  <a:ext cx="88560" cy="73800"/>
                </a:xfrm>
                <a:custGeom>
                  <a:avLst/>
                  <a:gdLst>
                    <a:gd name="textAreaLeft" fmla="*/ 0 w 88560"/>
                    <a:gd name="textAreaRight" fmla="*/ 89640 w 88560"/>
                    <a:gd name="textAreaTop" fmla="*/ 0 h 73800"/>
                    <a:gd name="textAreaBottom" fmla="*/ 74880 h 73800"/>
                  </a:gdLst>
                  <a:ahLst/>
                  <a:cxnLst/>
                  <a:rect l="textAreaLeft" t="textAreaTop" r="textAreaRight" b="textAreaBottom"/>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0" name="Freeform: Shape 25"/>
                <p:cNvSpPr/>
                <p:nvPr/>
              </p:nvSpPr>
              <p:spPr>
                <a:xfrm>
                  <a:off x="136764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1" name="Freeform: Shape 26"/>
                <p:cNvSpPr/>
                <p:nvPr/>
              </p:nvSpPr>
              <p:spPr>
                <a:xfrm>
                  <a:off x="1290960" y="484848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2" name="Freeform: Shape 27"/>
                <p:cNvSpPr/>
                <p:nvPr/>
              </p:nvSpPr>
              <p:spPr>
                <a:xfrm>
                  <a:off x="1065240" y="484740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03" name="Freeform: Shape 28"/>
                <p:cNvSpPr/>
                <p:nvPr/>
              </p:nvSpPr>
              <p:spPr>
                <a:xfrm>
                  <a:off x="84708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04" name="Freeform: Shape 30"/>
                <p:cNvSpPr/>
                <p:nvPr/>
              </p:nvSpPr>
              <p:spPr>
                <a:xfrm>
                  <a:off x="1238760" y="4848480"/>
                  <a:ext cx="56160" cy="73800"/>
                </a:xfrm>
                <a:custGeom>
                  <a:avLst/>
                  <a:gdLst>
                    <a:gd name="textAreaLeft" fmla="*/ 0 w 56160"/>
                    <a:gd name="textAreaRight" fmla="*/ 57240 w 56160"/>
                    <a:gd name="textAreaTop" fmla="*/ 0 h 73800"/>
                    <a:gd name="textAreaBottom" fmla="*/ 74880 h 73800"/>
                  </a:gdLst>
                  <a:ahLst/>
                  <a:cxnLst/>
                  <a:rect l="textAreaLeft" t="textAreaTop" r="textAreaRight" b="textAreaBottom"/>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5" name="Freeform: Shape 31"/>
                <p:cNvSpPr/>
                <p:nvPr/>
              </p:nvSpPr>
              <p:spPr>
                <a:xfrm>
                  <a:off x="1502640" y="4848480"/>
                  <a:ext cx="61560" cy="73800"/>
                </a:xfrm>
                <a:custGeom>
                  <a:avLst/>
                  <a:gdLst>
                    <a:gd name="textAreaLeft" fmla="*/ 0 w 61560"/>
                    <a:gd name="textAreaRight" fmla="*/ 62640 w 61560"/>
                    <a:gd name="textAreaTop" fmla="*/ 0 h 73800"/>
                    <a:gd name="textAreaBottom" fmla="*/ 74880 h 73800"/>
                  </a:gdLst>
                  <a:ahLst/>
                  <a:cxnLst/>
                  <a:rect l="textAreaLeft" t="textAreaTop" r="textAreaRight" b="textAreaBottom"/>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6" name="Freeform: Shape 32"/>
                <p:cNvSpPr/>
                <p:nvPr/>
              </p:nvSpPr>
              <p:spPr>
                <a:xfrm>
                  <a:off x="909720" y="4847400"/>
                  <a:ext cx="69840" cy="76320"/>
                </a:xfrm>
                <a:custGeom>
                  <a:avLst/>
                  <a:gdLst>
                    <a:gd name="textAreaLeft" fmla="*/ 0 w 69840"/>
                    <a:gd name="textAreaRight" fmla="*/ 70920 w 69840"/>
                    <a:gd name="textAreaTop" fmla="*/ 0 h 76320"/>
                    <a:gd name="textAreaBottom" fmla="*/ 77400 h 76320"/>
                  </a:gdLst>
                  <a:ahLst/>
                  <a:cxnLst/>
                  <a:rect l="textAreaLeft" t="textAreaTop" r="textAreaRight" b="textAreaBottom"/>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07" name="Freeform: Shape 33"/>
                <p:cNvSpPr/>
                <p:nvPr/>
              </p:nvSpPr>
              <p:spPr>
                <a:xfrm>
                  <a:off x="1439280" y="484740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08" name="Freeform: Shape 34"/>
                <p:cNvSpPr/>
                <p:nvPr/>
              </p:nvSpPr>
              <p:spPr>
                <a:xfrm>
                  <a:off x="1201320" y="4848480"/>
                  <a:ext cx="43920" cy="73800"/>
                </a:xfrm>
                <a:custGeom>
                  <a:avLst/>
                  <a:gdLst>
                    <a:gd name="textAreaLeft" fmla="*/ 0 w 43920"/>
                    <a:gd name="textAreaRight" fmla="*/ 45000 w 43920"/>
                    <a:gd name="textAreaTop" fmla="*/ 0 h 73800"/>
                    <a:gd name="textAreaBottom" fmla="*/ 74880 h 73800"/>
                  </a:gdLst>
                  <a:ahLst/>
                  <a:cxnLst/>
                  <a:rect l="textAreaLeft" t="textAreaTop" r="textAreaRight" b="textAreaBottom"/>
                  <a:pathLst>
                    <a:path w="56017" h="94425">
                      <a:moveTo>
                        <a:pt x="17205" y="0"/>
                      </a:moveTo>
                      <a:lnTo>
                        <a:pt x="0" y="0"/>
                      </a:lnTo>
                      <a:lnTo>
                        <a:pt x="0" y="94426"/>
                      </a:lnTo>
                      <a:lnTo>
                        <a:pt x="56018" y="94426"/>
                      </a:lnTo>
                      <a:lnTo>
                        <a:pt x="56018" y="79953"/>
                      </a:lnTo>
                      <a:lnTo>
                        <a:pt x="17205" y="79953"/>
                      </a:lnTo>
                      <a:lnTo>
                        <a:pt x="1720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09" name="Freeform: Shape 35"/>
                <p:cNvSpPr/>
                <p:nvPr/>
              </p:nvSpPr>
              <p:spPr>
                <a:xfrm>
                  <a:off x="1126440" y="4848480"/>
                  <a:ext cx="57960" cy="75240"/>
                </a:xfrm>
                <a:custGeom>
                  <a:avLst/>
                  <a:gdLst>
                    <a:gd name="textAreaLeft" fmla="*/ 0 w 57960"/>
                    <a:gd name="textAreaRight" fmla="*/ 59040 w 57960"/>
                    <a:gd name="textAreaTop" fmla="*/ 0 h 75240"/>
                    <a:gd name="textAreaBottom" fmla="*/ 76320 h 75240"/>
                  </a:gdLst>
                  <a:ahLst/>
                  <a:cxnLst/>
                  <a:rect l="textAreaLeft" t="textAreaTop" r="textAreaRight" b="textAreaBottom"/>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pPr defTabSz="457200">
                    <a:lnSpc>
                      <a:spcPct val="100000"/>
                    </a:lnSpc>
                  </a:pPr>
                  <a:endParaRPr lang="en-US" sz="1800" b="0" strike="noStrike" spc="-1">
                    <a:solidFill>
                      <a:schemeClr val="dk1"/>
                    </a:solidFill>
                    <a:latin typeface="Calibri Light"/>
                  </a:endParaRPr>
                </a:p>
              </p:txBody>
            </p:sp>
            <p:sp>
              <p:nvSpPr>
                <p:cNvPr id="1010" name="Freeform: Shape 36"/>
                <p:cNvSpPr/>
                <p:nvPr/>
              </p:nvSpPr>
              <p:spPr>
                <a:xfrm>
                  <a:off x="992880" y="4848480"/>
                  <a:ext cx="59040" cy="73800"/>
                </a:xfrm>
                <a:custGeom>
                  <a:avLst/>
                  <a:gdLst>
                    <a:gd name="textAreaLeft" fmla="*/ 0 w 59040"/>
                    <a:gd name="textAreaRight" fmla="*/ 60120 w 59040"/>
                    <a:gd name="textAreaTop" fmla="*/ 0 h 73800"/>
                    <a:gd name="textAreaBottom" fmla="*/ 74880 h 73800"/>
                  </a:gdLst>
                  <a:ahLst/>
                  <a:cxnLst/>
                  <a:rect l="textAreaLeft" t="textAreaTop" r="textAreaRight" b="textAreaBottom"/>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1" name="Freeform: Shape 37"/>
                <p:cNvSpPr/>
                <p:nvPr/>
              </p:nvSpPr>
              <p:spPr>
                <a:xfrm>
                  <a:off x="1098000" y="4961160"/>
                  <a:ext cx="12600" cy="73800"/>
                </a:xfrm>
                <a:custGeom>
                  <a:avLst/>
                  <a:gdLst>
                    <a:gd name="textAreaLeft" fmla="*/ 0 w 12600"/>
                    <a:gd name="textAreaRight" fmla="*/ 13680 w 12600"/>
                    <a:gd name="textAreaTop" fmla="*/ 0 h 73800"/>
                    <a:gd name="textAreaBottom" fmla="*/ 74880 h 73800"/>
                  </a:gdLst>
                  <a:ahLst/>
                  <a:cxnLst/>
                  <a:rect l="textAreaLeft" t="textAreaTop" r="textAreaRight" b="textAreaBottom"/>
                  <a:pathLst>
                    <a:path w="17205" h="94425">
                      <a:moveTo>
                        <a:pt x="0" y="0"/>
                      </a:moveTo>
                      <a:lnTo>
                        <a:pt x="17205" y="0"/>
                      </a:lnTo>
                      <a:lnTo>
                        <a:pt x="17205" y="94426"/>
                      </a:lnTo>
                      <a:lnTo>
                        <a:pt x="0" y="944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2" name="Freeform: Shape 38"/>
                <p:cNvSpPr/>
                <p:nvPr/>
              </p:nvSpPr>
              <p:spPr>
                <a:xfrm>
                  <a:off x="966240" y="4961160"/>
                  <a:ext cx="51840" cy="73800"/>
                </a:xfrm>
                <a:custGeom>
                  <a:avLst/>
                  <a:gdLst>
                    <a:gd name="textAreaLeft" fmla="*/ 0 w 51840"/>
                    <a:gd name="textAreaRight" fmla="*/ 52920 w 51840"/>
                    <a:gd name="textAreaTop" fmla="*/ 0 h 73800"/>
                    <a:gd name="textAreaBottom" fmla="*/ 74880 h 73800"/>
                  </a:gdLst>
                  <a:ahLst/>
                  <a:cxnLst/>
                  <a:rect l="textAreaLeft" t="textAreaTop" r="textAreaRight" b="textAreaBottom"/>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3" name="Freeform: Shape 39"/>
                <p:cNvSpPr/>
                <p:nvPr/>
              </p:nvSpPr>
              <p:spPr>
                <a:xfrm>
                  <a:off x="1023480" y="4961160"/>
                  <a:ext cx="65160" cy="73800"/>
                </a:xfrm>
                <a:custGeom>
                  <a:avLst/>
                  <a:gdLst>
                    <a:gd name="textAreaLeft" fmla="*/ 0 w 65160"/>
                    <a:gd name="textAreaRight" fmla="*/ 66240 w 65160"/>
                    <a:gd name="textAreaTop" fmla="*/ 0 h 73800"/>
                    <a:gd name="textAreaBottom" fmla="*/ 74880 h 73800"/>
                  </a:gdLst>
                  <a:ahLst/>
                  <a:cxnLst/>
                  <a:rect l="textAreaLeft" t="textAreaTop" r="textAreaRight" b="textAreaBottom"/>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4" name="Freeform: Shape 40"/>
                <p:cNvSpPr/>
                <p:nvPr/>
              </p:nvSpPr>
              <p:spPr>
                <a:xfrm>
                  <a:off x="119340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5" name="Freeform: Shape 41"/>
                <p:cNvSpPr/>
                <p:nvPr/>
              </p:nvSpPr>
              <p:spPr>
                <a:xfrm>
                  <a:off x="1123560" y="4960080"/>
                  <a:ext cx="57600" cy="76320"/>
                </a:xfrm>
                <a:custGeom>
                  <a:avLst/>
                  <a:gdLst>
                    <a:gd name="textAreaLeft" fmla="*/ 0 w 57600"/>
                    <a:gd name="textAreaRight" fmla="*/ 58680 w 57600"/>
                    <a:gd name="textAreaTop" fmla="*/ 0 h 76320"/>
                    <a:gd name="textAreaBottom" fmla="*/ 77400 h 76320"/>
                  </a:gdLst>
                  <a:ahLst/>
                  <a:cxnLst/>
                  <a:rect l="textAreaLeft" t="textAreaTop" r="textAreaRight" b="textAreaBottom"/>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16" name="Freeform: Shape 42"/>
                <p:cNvSpPr/>
                <p:nvPr/>
              </p:nvSpPr>
              <p:spPr>
                <a:xfrm>
                  <a:off x="84708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sp>
              <p:nvSpPr>
                <p:cNvPr id="1017" name="Freeform: Shape 43"/>
                <p:cNvSpPr/>
                <p:nvPr/>
              </p:nvSpPr>
              <p:spPr>
                <a:xfrm>
                  <a:off x="908640" y="4961160"/>
                  <a:ext cx="44640" cy="73800"/>
                </a:xfrm>
                <a:custGeom>
                  <a:avLst/>
                  <a:gdLst>
                    <a:gd name="textAreaLeft" fmla="*/ 0 w 44640"/>
                    <a:gd name="textAreaRight" fmla="*/ 45720 w 44640"/>
                    <a:gd name="textAreaTop" fmla="*/ 0 h 73800"/>
                    <a:gd name="textAreaBottom" fmla="*/ 74880 h 73800"/>
                  </a:gdLst>
                  <a:ahLst/>
                  <a:cxnLst/>
                  <a:rect l="textAreaLeft" t="textAreaTop" r="textAreaRight" b="textAreaBottom"/>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29880" rIns="90000" bIns="29880" anchor="ctr">
                  <a:noAutofit/>
                </a:bodyPr>
                <a:lstStyle/>
                <a:p>
                  <a:pPr defTabSz="457200">
                    <a:lnSpc>
                      <a:spcPct val="100000"/>
                    </a:lnSpc>
                  </a:pPr>
                  <a:endParaRPr lang="en-US" sz="1800" b="0" strike="noStrike" spc="-1">
                    <a:solidFill>
                      <a:schemeClr val="dk1"/>
                    </a:solidFill>
                    <a:latin typeface="Calibri Light"/>
                  </a:endParaRPr>
                </a:p>
              </p:txBody>
            </p:sp>
            <p:sp>
              <p:nvSpPr>
                <p:cNvPr id="1018" name="Freeform: Shape 44"/>
                <p:cNvSpPr/>
                <p:nvPr/>
              </p:nvSpPr>
              <p:spPr>
                <a:xfrm>
                  <a:off x="1247760" y="4960080"/>
                  <a:ext cx="47880" cy="76320"/>
                </a:xfrm>
                <a:custGeom>
                  <a:avLst/>
                  <a:gdLst>
                    <a:gd name="textAreaLeft" fmla="*/ 0 w 47880"/>
                    <a:gd name="textAreaRight" fmla="*/ 48960 w 47880"/>
                    <a:gd name="textAreaTop" fmla="*/ 0 h 76320"/>
                    <a:gd name="textAreaBottom" fmla="*/ 77400 h 76320"/>
                  </a:gdLst>
                  <a:ahLst/>
                  <a:cxnLst/>
                  <a:rect l="textAreaLeft" t="textAreaTop" r="textAreaRight" b="textAreaBottom"/>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400" rIns="90000" bIns="32400" anchor="ctr">
                  <a:noAutofit/>
                </a:bodyPr>
                <a:lstStyle/>
                <a:p>
                  <a:pPr defTabSz="457200">
                    <a:lnSpc>
                      <a:spcPct val="100000"/>
                    </a:lnSpc>
                  </a:pPr>
                  <a:endParaRPr lang="en-US" sz="1800" b="0" strike="noStrike" spc="-1">
                    <a:solidFill>
                      <a:schemeClr val="dk1"/>
                    </a:solidFill>
                    <a:latin typeface="Calibri Light"/>
                  </a:endParaRPr>
                </a:p>
              </p:txBody>
            </p:sp>
          </p:grpSp>
        </p:grpSp>
        <p:grpSp>
          <p:nvGrpSpPr>
            <p:cNvPr id="1019" name="Graphic 8"/>
            <p:cNvGrpSpPr/>
            <p:nvPr/>
          </p:nvGrpSpPr>
          <p:grpSpPr>
            <a:xfrm>
              <a:off x="8409600" y="4650480"/>
              <a:ext cx="434880" cy="387000"/>
              <a:chOff x="8409600" y="4650480"/>
              <a:chExt cx="434880" cy="387000"/>
            </a:xfrm>
          </p:grpSpPr>
          <p:sp>
            <p:nvSpPr>
              <p:cNvPr id="1020" name="Freeform: Shape 6"/>
              <p:cNvSpPr/>
              <p:nvPr/>
            </p:nvSpPr>
            <p:spPr>
              <a:xfrm>
                <a:off x="8409600" y="492804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021" name="Freeform: Shape 7"/>
              <p:cNvSpPr/>
              <p:nvPr/>
            </p:nvSpPr>
            <p:spPr>
              <a:xfrm>
                <a:off x="8503560" y="492804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022" name="Freeform: Shape 9"/>
              <p:cNvSpPr/>
              <p:nvPr/>
            </p:nvSpPr>
            <p:spPr>
              <a:xfrm>
                <a:off x="8622360" y="4928040"/>
                <a:ext cx="104040" cy="109440"/>
              </a:xfrm>
              <a:custGeom>
                <a:avLst/>
                <a:gdLst>
                  <a:gd name="textAreaLeft" fmla="*/ 0 w 104040"/>
                  <a:gd name="textAreaRight" fmla="*/ 105120 w 104040"/>
                  <a:gd name="textAreaTop" fmla="*/ 0 h 109440"/>
                  <a:gd name="textAreaBottom" fmla="*/ 110520 h 109440"/>
                </a:gdLst>
                <a:ahLst/>
                <a:cxnLst/>
                <a:rect l="textAreaLeft" t="textAreaTop" r="textAreaRight" b="textAreaBottom"/>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023" name="Freeform: Shape 10"/>
              <p:cNvSpPr/>
              <p:nvPr/>
            </p:nvSpPr>
            <p:spPr>
              <a:xfrm>
                <a:off x="8716680" y="4928040"/>
                <a:ext cx="127800" cy="109440"/>
              </a:xfrm>
              <a:custGeom>
                <a:avLst/>
                <a:gdLst>
                  <a:gd name="textAreaLeft" fmla="*/ 0 w 127800"/>
                  <a:gd name="textAreaRight" fmla="*/ 128880 w 127800"/>
                  <a:gd name="textAreaTop" fmla="*/ 0 h 109440"/>
                  <a:gd name="textAreaBottom" fmla="*/ 110520 h 109440"/>
                </a:gdLst>
                <a:ahLst/>
                <a:cxnLst/>
                <a:rect l="textAreaLeft" t="textAreaTop" r="textAreaRight" b="textAreaBottom"/>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024" name="Freeform: Shape 12"/>
              <p:cNvSpPr/>
              <p:nvPr/>
            </p:nvSpPr>
            <p:spPr>
              <a:xfrm>
                <a:off x="8473320" y="4650480"/>
                <a:ext cx="308160" cy="220680"/>
              </a:xfrm>
              <a:custGeom>
                <a:avLst/>
                <a:gdLst>
                  <a:gd name="textAreaLeft" fmla="*/ 0 w 308160"/>
                  <a:gd name="textAreaRight" fmla="*/ 309240 w 308160"/>
                  <a:gd name="textAreaTop" fmla="*/ 0 h 220680"/>
                  <a:gd name="textAreaBottom" fmla="*/ 221760 h 220680"/>
                </a:gdLst>
                <a:ahLst/>
                <a:cxnLst/>
                <a:rect l="textAreaLeft" t="textAreaTop" r="textAreaRight" b="textAreaBottom"/>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025" name="Freeform: Shape 13"/>
              <p:cNvSpPr/>
              <p:nvPr/>
            </p:nvSpPr>
            <p:spPr>
              <a:xfrm>
                <a:off x="8656920" y="472896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sp>
            <p:nvSpPr>
              <p:cNvPr id="1026" name="Freeform: Shape 15"/>
              <p:cNvSpPr/>
              <p:nvPr/>
            </p:nvSpPr>
            <p:spPr>
              <a:xfrm>
                <a:off x="8464320" y="4728960"/>
                <a:ext cx="132840" cy="136440"/>
              </a:xfrm>
              <a:custGeom>
                <a:avLst/>
                <a:gdLst>
                  <a:gd name="textAreaLeft" fmla="*/ 0 w 132840"/>
                  <a:gd name="textAreaRight" fmla="*/ 133920 w 132840"/>
                  <a:gd name="textAreaTop" fmla="*/ 0 h 136440"/>
                  <a:gd name="textAreaBottom" fmla="*/ 137520 h 136440"/>
                </a:gdLst>
                <a:ahLst/>
                <a:cxnLst/>
                <a:rect l="textAreaLeft" t="textAreaTop" r="textAreaRight" b="textAreaBottom"/>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endParaRPr lang="en-US" sz="1800" b="0" strike="noStrike" spc="-1">
                  <a:solidFill>
                    <a:schemeClr val="dk1"/>
                  </a:solidFill>
                  <a:latin typeface="Calibri Light"/>
                </a:endParaRPr>
              </a:p>
            </p:txBody>
          </p:sp>
        </p:grpSp>
      </p:grpSp>
      <p:sp>
        <p:nvSpPr>
          <p:cNvPr id="1027" name="Oval 8"/>
          <p:cNvSpPr/>
          <p:nvPr/>
        </p:nvSpPr>
        <p:spPr>
          <a:xfrm>
            <a:off x="5403960" y="246960"/>
            <a:ext cx="3160080" cy="3160080"/>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600" b="0" strike="noStrike" spc="-1">
              <a:solidFill>
                <a:schemeClr val="lt1"/>
              </a:solidFill>
              <a:latin typeface="Calibri Light"/>
            </a:endParaRP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file:///\\home\spark2\users\intern\Atreyee-Das\Survey%20of%20mechanisms\Speech%20System_Comparison.xlsx" TargetMode="External"/><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hyperlink" Target="file:///\\home\spark2\users\intern\Atreyee-Das\nemo_whisper_imp\Results\Comparison_Obj_Metrics.ods#Comparative Objective Performanc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PlaceHolder 1"/>
          <p:cNvSpPr>
            <a:spLocks noGrp="1"/>
          </p:cNvSpPr>
          <p:nvPr>
            <p:ph type="title"/>
          </p:nvPr>
        </p:nvSpPr>
        <p:spPr>
          <a:xfrm>
            <a:off x="281160" y="1582560"/>
            <a:ext cx="7232400" cy="552960"/>
          </a:xfrm>
          <a:prstGeom prst="rect">
            <a:avLst/>
          </a:prstGeom>
          <a:noFill/>
          <a:ln w="0">
            <a:noFill/>
          </a:ln>
        </p:spPr>
        <p:txBody>
          <a:bodyPr lIns="0" tIns="12240" rIns="0" bIns="0" anchor="t">
            <a:noAutofit/>
          </a:bodyPr>
          <a:lstStyle/>
          <a:p>
            <a:pPr indent="0" defTabSz="914400">
              <a:lnSpc>
                <a:spcPct val="100000"/>
              </a:lnSpc>
              <a:buNone/>
              <a:tabLst>
                <a:tab pos="0" algn="l"/>
              </a:tabLst>
            </a:pPr>
            <a:r>
              <a:rPr lang="en-US" sz="3200" b="0" strike="noStrike" spc="-7">
                <a:solidFill>
                  <a:schemeClr val="dk1"/>
                </a:solidFill>
                <a:latin typeface="Calibri"/>
              </a:rPr>
              <a:t>R&amp;I Interns Day – Evaluation Metrics</a:t>
            </a:r>
            <a:endParaRPr lang="en-US" sz="32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PlaceHolder 1"/>
          <p:cNvSpPr>
            <a:spLocks noGrp="1"/>
          </p:cNvSpPr>
          <p:nvPr>
            <p:ph type="ftr" idx="20"/>
          </p:nvPr>
        </p:nvSpPr>
        <p:spPr>
          <a:xfrm>
            <a:off x="4055400" y="4956840"/>
            <a:ext cx="1602720" cy="126000"/>
          </a:xfrm>
          <a:prstGeom prst="rect">
            <a:avLst/>
          </a:prstGeom>
          <a:noFill/>
          <a:ln w="9360">
            <a:noFill/>
          </a:ln>
        </p:spPr>
        <p:txBody>
          <a:bodyPr lIns="68760" tIns="34200" rIns="68760" bIns="34200" numCol="1" spcCol="0" anchor="ctr">
            <a:noAutofit/>
          </a:bodyPr>
          <a:lstStyle>
            <a:lvl1pPr indent="0" defTabSz="914400">
              <a:lnSpc>
                <a:spcPct val="100000"/>
              </a:lnSpc>
              <a:buNone/>
              <a:tabLst>
                <a:tab pos="0" algn="l"/>
              </a:tabLst>
              <a:defRPr lang="en-US" sz="800" b="0" strike="noStrike" spc="-1">
                <a:solidFill>
                  <a:srgbClr val="595959"/>
                </a:solidFill>
                <a:latin typeface="Calibri"/>
              </a:defRPr>
            </a:lvl1pPr>
          </a:lstStyle>
          <a:p>
            <a:pPr indent="0" defTabSz="914400">
              <a:lnSpc>
                <a:spcPct val="100000"/>
              </a:lnSpc>
              <a:buNone/>
              <a:tabLst>
                <a:tab pos="0" algn="l"/>
              </a:tabLst>
            </a:pPr>
            <a:r>
              <a:rPr lang="en-US" sz="800" b="0" strike="noStrike" spc="-1">
                <a:solidFill>
                  <a:srgbClr val="595959"/>
                </a:solidFill>
                <a:latin typeface="Calibri"/>
              </a:rPr>
              <a:t>TCS Internal</a:t>
            </a:r>
            <a:endParaRPr lang="en-US" sz="800" b="0" strike="noStrike" spc="-1">
              <a:solidFill>
                <a:srgbClr val="000000"/>
              </a:solidFill>
              <a:latin typeface="Times New Roman"/>
            </a:endParaRPr>
          </a:p>
        </p:txBody>
      </p:sp>
      <p:sp>
        <p:nvSpPr>
          <p:cNvPr id="1036" name="Oval 4"/>
          <p:cNvSpPr/>
          <p:nvPr/>
        </p:nvSpPr>
        <p:spPr>
          <a:xfrm>
            <a:off x="3218400" y="1254240"/>
            <a:ext cx="2604960" cy="2467800"/>
          </a:xfrm>
          <a:prstGeom prst="ellips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cxnSp>
        <p:nvCxnSpPr>
          <p:cNvPr id="1037" name="Straight Connector 5"/>
          <p:cNvCxnSpPr/>
          <p:nvPr/>
        </p:nvCxnSpPr>
        <p:spPr>
          <a:xfrm>
            <a:off x="4572000" y="684000"/>
            <a:ext cx="1080" cy="987120"/>
          </a:xfrm>
          <a:prstGeom prst="straightConnector1">
            <a:avLst/>
          </a:prstGeom>
          <a:ln w="38100" cap="rnd">
            <a:solidFill>
              <a:srgbClr val="F6F9FC">
                <a:alpha val="0"/>
              </a:srgbClr>
            </a:solidFill>
            <a:round/>
          </a:ln>
        </p:spPr>
      </p:cxnSp>
      <p:sp>
        <p:nvSpPr>
          <p:cNvPr id="1038" name="PlaceHolder 2"/>
          <p:cNvSpPr>
            <a:spLocks noGrp="1"/>
          </p:cNvSpPr>
          <p:nvPr>
            <p:ph type="title"/>
          </p:nvPr>
        </p:nvSpPr>
        <p:spPr>
          <a:xfrm>
            <a:off x="456840" y="123120"/>
            <a:ext cx="8226360" cy="532080"/>
          </a:xfrm>
          <a:prstGeom prst="rect">
            <a:avLst/>
          </a:prstGeom>
          <a:noFill/>
          <a:ln w="0">
            <a:noFill/>
          </a:ln>
        </p:spPr>
        <p:txBody>
          <a:bodyPr lIns="91440" tIns="0" rIns="91440" bIns="45720" anchor="t">
            <a:noAutofit/>
          </a:bodyPr>
          <a:lstStyle/>
          <a:p>
            <a:pPr indent="0" defTabSz="914400">
              <a:lnSpc>
                <a:spcPct val="90000"/>
              </a:lnSpc>
              <a:buNone/>
              <a:tabLst>
                <a:tab pos="0" algn="l"/>
              </a:tabLst>
            </a:pPr>
            <a:r>
              <a:rPr lang="en-US" sz="2400" b="0" strike="noStrike" spc="-1">
                <a:solidFill>
                  <a:schemeClr val="dk1"/>
                </a:solidFill>
                <a:latin typeface="Calibri"/>
              </a:rPr>
              <a:t>R&amp;I Interns Day – Evaluation Metrics</a:t>
            </a:r>
            <a:endParaRPr lang="en-US" sz="2400" b="0" strike="noStrike" spc="-1">
              <a:solidFill>
                <a:srgbClr val="000000"/>
              </a:solidFill>
              <a:latin typeface="Arial"/>
            </a:endParaRPr>
          </a:p>
        </p:txBody>
      </p:sp>
      <p:grpSp>
        <p:nvGrpSpPr>
          <p:cNvPr id="1039" name="Group 9"/>
          <p:cNvGrpSpPr/>
          <p:nvPr/>
        </p:nvGrpSpPr>
        <p:grpSpPr>
          <a:xfrm>
            <a:off x="3779640" y="1617480"/>
            <a:ext cx="1585080" cy="1920600"/>
            <a:chOff x="3779640" y="1617480"/>
            <a:chExt cx="1585080" cy="1920600"/>
          </a:xfrm>
        </p:grpSpPr>
        <p:grpSp>
          <p:nvGrpSpPr>
            <p:cNvPr id="1040" name="Group 10"/>
            <p:cNvGrpSpPr/>
            <p:nvPr/>
          </p:nvGrpSpPr>
          <p:grpSpPr>
            <a:xfrm>
              <a:off x="4082400" y="1617480"/>
              <a:ext cx="982800" cy="1381680"/>
              <a:chOff x="4082400" y="1617480"/>
              <a:chExt cx="982800" cy="1381680"/>
            </a:xfrm>
          </p:grpSpPr>
          <p:sp>
            <p:nvSpPr>
              <p:cNvPr id="1041" name="Rectangle: Rounded Corners 26"/>
              <p:cNvSpPr/>
              <p:nvPr/>
            </p:nvSpPr>
            <p:spPr>
              <a:xfrm rot="10800000">
                <a:off x="4425120" y="1617480"/>
                <a:ext cx="297720" cy="223200"/>
              </a:xfrm>
              <a:prstGeom prst="roundRect">
                <a:avLst>
                  <a:gd name="adj" fmla="val 25770"/>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nvGrpSpPr>
              <p:cNvPr id="1042" name="Group 29"/>
              <p:cNvGrpSpPr/>
              <p:nvPr/>
            </p:nvGrpSpPr>
            <p:grpSpPr>
              <a:xfrm>
                <a:off x="4082400" y="1703520"/>
                <a:ext cx="982800" cy="1295640"/>
                <a:chOff x="4082400" y="1703520"/>
                <a:chExt cx="982800" cy="1295640"/>
              </a:xfrm>
            </p:grpSpPr>
            <p:sp>
              <p:nvSpPr>
                <p:cNvPr id="1043" name="Freeform 14"/>
                <p:cNvSpPr/>
                <p:nvPr/>
              </p:nvSpPr>
              <p:spPr>
                <a:xfrm rot="10800000">
                  <a:off x="4082400" y="2007720"/>
                  <a:ext cx="982800" cy="991440"/>
                </a:xfrm>
                <a:custGeom>
                  <a:avLst/>
                  <a:gdLst>
                    <a:gd name="textAreaLeft" fmla="*/ 0 w 982800"/>
                    <a:gd name="textAreaRight" fmla="*/ 983880 w 982800"/>
                    <a:gd name="textAreaTop" fmla="*/ 0 h 991440"/>
                    <a:gd name="textAreaBottom" fmla="*/ 992520 h 991440"/>
                  </a:gdLst>
                  <a:ahLst/>
                  <a:cxnLst/>
                  <a:rect l="textAreaLeft" t="textAreaTop" r="textAreaRight" b="textAreaBottom"/>
                  <a:pathLst>
                    <a:path w="1297" h="1309">
                      <a:moveTo>
                        <a:pt x="222" y="1147"/>
                      </a:moveTo>
                      <a:cubicBezTo>
                        <a:pt x="273" y="1194"/>
                        <a:pt x="316" y="1250"/>
                        <a:pt x="346" y="1309"/>
                      </a:cubicBezTo>
                      <a:cubicBezTo>
                        <a:pt x="930" y="1309"/>
                        <a:pt x="930" y="1309"/>
                        <a:pt x="930" y="1309"/>
                      </a:cubicBezTo>
                      <a:cubicBezTo>
                        <a:pt x="960" y="1250"/>
                        <a:pt x="1003" y="1190"/>
                        <a:pt x="1054" y="1147"/>
                      </a:cubicBezTo>
                      <a:cubicBezTo>
                        <a:pt x="1207" y="1015"/>
                        <a:pt x="1297" y="806"/>
                        <a:pt x="1263" y="580"/>
                      </a:cubicBezTo>
                      <a:cubicBezTo>
                        <a:pt x="1225" y="298"/>
                        <a:pt x="990" y="72"/>
                        <a:pt x="708" y="42"/>
                      </a:cubicBezTo>
                      <a:cubicBezTo>
                        <a:pt x="324" y="0"/>
                        <a:pt x="0" y="298"/>
                        <a:pt x="0" y="674"/>
                      </a:cubicBezTo>
                      <a:cubicBezTo>
                        <a:pt x="4" y="861"/>
                        <a:pt x="90" y="1032"/>
                        <a:pt x="222" y="1147"/>
                      </a:cubicBezTo>
                      <a:close/>
                    </a:path>
                  </a:pathLst>
                </a:custGeom>
                <a:gradFill rotWithShape="0">
                  <a:gsLst>
                    <a:gs pos="0">
                      <a:srgbClr val="FDD085"/>
                    </a:gs>
                    <a:gs pos="100000">
                      <a:srgbClr val="FBB034"/>
                    </a:gs>
                  </a:gsLst>
                  <a:lin ang="2700000"/>
                </a:gradFill>
                <a:ln w="0">
                  <a:noFill/>
                </a:ln>
              </p:spPr>
              <p:style>
                <a:lnRef idx="0">
                  <a:scrgbClr r="0" g="0" b="0"/>
                </a:lnRef>
                <a:fillRef idx="0">
                  <a:scrgbClr r="0" g="0" b="0"/>
                </a:fillRef>
                <a:effectRef idx="0">
                  <a:scrgbClr r="0" g="0" b="0"/>
                </a:effectRef>
                <a:fontRef idx="minor"/>
              </p:style>
              <p:txBody>
                <a:bodyPr lIns="68760" tIns="34200" rIns="68760" bIns="34200" numCol="1" spcCol="0" anchor="t">
                  <a:noAutofit/>
                </a:bodyPr>
                <a:lstStyle/>
                <a:p>
                  <a:pPr defTabSz="914400">
                    <a:lnSpc>
                      <a:spcPct val="100000"/>
                    </a:lnSpc>
                  </a:pPr>
                  <a:endParaRPr lang="en-IN" sz="1800" b="0" strike="noStrike" spc="-1">
                    <a:solidFill>
                      <a:srgbClr val="000000"/>
                    </a:solidFill>
                    <a:latin typeface="Segoe UI"/>
                  </a:endParaRPr>
                </a:p>
              </p:txBody>
            </p:sp>
            <p:sp>
              <p:nvSpPr>
                <p:cNvPr id="1044" name="Freeform 36"/>
                <p:cNvSpPr/>
                <p:nvPr/>
              </p:nvSpPr>
              <p:spPr>
                <a:xfrm rot="10800000">
                  <a:off x="4372560" y="1998360"/>
                  <a:ext cx="402120" cy="474840"/>
                </a:xfrm>
                <a:custGeom>
                  <a:avLst/>
                  <a:gdLst>
                    <a:gd name="textAreaLeft" fmla="*/ 0 w 402120"/>
                    <a:gd name="textAreaRight" fmla="*/ 403200 w 402120"/>
                    <a:gd name="textAreaTop" fmla="*/ 0 h 474840"/>
                    <a:gd name="textAreaBottom" fmla="*/ 475920 h 474840"/>
                  </a:gdLst>
                  <a:ahLst/>
                  <a:cxnLst/>
                  <a:rect l="textAreaLeft" t="textAreaTop" r="textAreaRight" b="textAreaBottom"/>
                  <a:pathLst>
                    <a:path w="520" h="615">
                      <a:moveTo>
                        <a:pt x="426" y="5"/>
                      </a:moveTo>
                      <a:cubicBezTo>
                        <a:pt x="375" y="5"/>
                        <a:pt x="332" y="47"/>
                        <a:pt x="332" y="98"/>
                      </a:cubicBezTo>
                      <a:cubicBezTo>
                        <a:pt x="332" y="154"/>
                        <a:pt x="332" y="154"/>
                        <a:pt x="332" y="154"/>
                      </a:cubicBezTo>
                      <a:cubicBezTo>
                        <a:pt x="260" y="154"/>
                        <a:pt x="260" y="154"/>
                        <a:pt x="260" y="154"/>
                      </a:cubicBezTo>
                      <a:cubicBezTo>
                        <a:pt x="187" y="154"/>
                        <a:pt x="187" y="154"/>
                        <a:pt x="187" y="154"/>
                      </a:cubicBezTo>
                      <a:cubicBezTo>
                        <a:pt x="187" y="94"/>
                        <a:pt x="187" y="94"/>
                        <a:pt x="187" y="94"/>
                      </a:cubicBezTo>
                      <a:cubicBezTo>
                        <a:pt x="187" y="43"/>
                        <a:pt x="145" y="0"/>
                        <a:pt x="94" y="0"/>
                      </a:cubicBezTo>
                      <a:cubicBezTo>
                        <a:pt x="42" y="0"/>
                        <a:pt x="0" y="43"/>
                        <a:pt x="0" y="94"/>
                      </a:cubicBezTo>
                      <a:cubicBezTo>
                        <a:pt x="0" y="98"/>
                        <a:pt x="0" y="98"/>
                        <a:pt x="0" y="98"/>
                      </a:cubicBezTo>
                      <a:cubicBezTo>
                        <a:pt x="0" y="150"/>
                        <a:pt x="42" y="192"/>
                        <a:pt x="94" y="192"/>
                      </a:cubicBezTo>
                      <a:cubicBezTo>
                        <a:pt x="149" y="192"/>
                        <a:pt x="149" y="192"/>
                        <a:pt x="149" y="192"/>
                      </a:cubicBezTo>
                      <a:cubicBezTo>
                        <a:pt x="149" y="610"/>
                        <a:pt x="149" y="610"/>
                        <a:pt x="149" y="610"/>
                      </a:cubicBezTo>
                      <a:cubicBezTo>
                        <a:pt x="187" y="610"/>
                        <a:pt x="187" y="610"/>
                        <a:pt x="187" y="610"/>
                      </a:cubicBezTo>
                      <a:cubicBezTo>
                        <a:pt x="187" y="197"/>
                        <a:pt x="187" y="197"/>
                        <a:pt x="187" y="197"/>
                      </a:cubicBezTo>
                      <a:cubicBezTo>
                        <a:pt x="260" y="197"/>
                        <a:pt x="260" y="197"/>
                        <a:pt x="260" y="197"/>
                      </a:cubicBezTo>
                      <a:cubicBezTo>
                        <a:pt x="332" y="197"/>
                        <a:pt x="332" y="197"/>
                        <a:pt x="332" y="197"/>
                      </a:cubicBezTo>
                      <a:cubicBezTo>
                        <a:pt x="332" y="615"/>
                        <a:pt x="332" y="615"/>
                        <a:pt x="332" y="615"/>
                      </a:cubicBezTo>
                      <a:cubicBezTo>
                        <a:pt x="371" y="615"/>
                        <a:pt x="371" y="615"/>
                        <a:pt x="371" y="615"/>
                      </a:cubicBezTo>
                      <a:cubicBezTo>
                        <a:pt x="371" y="197"/>
                        <a:pt x="371" y="197"/>
                        <a:pt x="371" y="197"/>
                      </a:cubicBezTo>
                      <a:cubicBezTo>
                        <a:pt x="426" y="197"/>
                        <a:pt x="426" y="197"/>
                        <a:pt x="426" y="197"/>
                      </a:cubicBezTo>
                      <a:cubicBezTo>
                        <a:pt x="478" y="197"/>
                        <a:pt x="520" y="154"/>
                        <a:pt x="520" y="103"/>
                      </a:cubicBezTo>
                      <a:cubicBezTo>
                        <a:pt x="520" y="98"/>
                        <a:pt x="520" y="98"/>
                        <a:pt x="520" y="98"/>
                      </a:cubicBezTo>
                      <a:cubicBezTo>
                        <a:pt x="520" y="47"/>
                        <a:pt x="478" y="5"/>
                        <a:pt x="426" y="5"/>
                      </a:cubicBezTo>
                      <a:close/>
                      <a:moveTo>
                        <a:pt x="149" y="154"/>
                      </a:moveTo>
                      <a:cubicBezTo>
                        <a:pt x="94" y="154"/>
                        <a:pt x="94" y="154"/>
                        <a:pt x="94" y="154"/>
                      </a:cubicBezTo>
                      <a:cubicBezTo>
                        <a:pt x="64" y="154"/>
                        <a:pt x="38" y="128"/>
                        <a:pt x="38" y="98"/>
                      </a:cubicBezTo>
                      <a:cubicBezTo>
                        <a:pt x="38" y="94"/>
                        <a:pt x="38" y="94"/>
                        <a:pt x="38" y="94"/>
                      </a:cubicBezTo>
                      <a:cubicBezTo>
                        <a:pt x="38" y="64"/>
                        <a:pt x="64" y="39"/>
                        <a:pt x="94" y="39"/>
                      </a:cubicBezTo>
                      <a:cubicBezTo>
                        <a:pt x="123" y="39"/>
                        <a:pt x="149" y="64"/>
                        <a:pt x="149" y="94"/>
                      </a:cubicBezTo>
                      <a:lnTo>
                        <a:pt x="149" y="154"/>
                      </a:lnTo>
                      <a:close/>
                      <a:moveTo>
                        <a:pt x="478" y="103"/>
                      </a:moveTo>
                      <a:cubicBezTo>
                        <a:pt x="478" y="133"/>
                        <a:pt x="452" y="158"/>
                        <a:pt x="422" y="158"/>
                      </a:cubicBezTo>
                      <a:cubicBezTo>
                        <a:pt x="367" y="158"/>
                        <a:pt x="367" y="158"/>
                        <a:pt x="367" y="158"/>
                      </a:cubicBezTo>
                      <a:cubicBezTo>
                        <a:pt x="367" y="98"/>
                        <a:pt x="367" y="98"/>
                        <a:pt x="367" y="98"/>
                      </a:cubicBezTo>
                      <a:cubicBezTo>
                        <a:pt x="367" y="69"/>
                        <a:pt x="392" y="43"/>
                        <a:pt x="422" y="43"/>
                      </a:cubicBezTo>
                      <a:cubicBezTo>
                        <a:pt x="452" y="43"/>
                        <a:pt x="478" y="69"/>
                        <a:pt x="478" y="98"/>
                      </a:cubicBezTo>
                      <a:lnTo>
                        <a:pt x="478" y="103"/>
                      </a:lnTo>
                      <a:close/>
                    </a:path>
                  </a:pathLst>
                </a:custGeom>
                <a:solidFill>
                  <a:schemeClr val="tx1">
                    <a:lumMod val="85000"/>
                    <a:lumOff val="15000"/>
                  </a:schemeClr>
                </a:solidFill>
                <a:ln w="0">
                  <a:noFill/>
                </a:ln>
              </p:spPr>
              <p:style>
                <a:lnRef idx="0">
                  <a:scrgbClr r="0" g="0" b="0"/>
                </a:lnRef>
                <a:fillRef idx="0">
                  <a:scrgbClr r="0" g="0" b="0"/>
                </a:fillRef>
                <a:effectRef idx="0">
                  <a:scrgbClr r="0" g="0" b="0"/>
                </a:effectRef>
                <a:fontRef idx="minor"/>
              </p:style>
              <p:txBody>
                <a:bodyPr lIns="68760" tIns="34200" rIns="68760" bIns="34200" numCol="1" spcCol="0" anchor="t">
                  <a:noAutofit/>
                </a:bodyPr>
                <a:lstStyle/>
                <a:p>
                  <a:pPr defTabSz="914400">
                    <a:lnSpc>
                      <a:spcPct val="100000"/>
                    </a:lnSpc>
                  </a:pPr>
                  <a:endParaRPr lang="en-IN" sz="1800" b="0" strike="noStrike" spc="-1">
                    <a:solidFill>
                      <a:srgbClr val="000000"/>
                    </a:solidFill>
                    <a:latin typeface="Segoe UI"/>
                  </a:endParaRPr>
                </a:p>
              </p:txBody>
            </p:sp>
            <p:grpSp>
              <p:nvGrpSpPr>
                <p:cNvPr id="1045" name="Group 41"/>
                <p:cNvGrpSpPr/>
                <p:nvPr/>
              </p:nvGrpSpPr>
              <p:grpSpPr>
                <a:xfrm>
                  <a:off x="4299480" y="1703520"/>
                  <a:ext cx="561600" cy="312120"/>
                  <a:chOff x="4299480" y="1703520"/>
                  <a:chExt cx="561600" cy="312120"/>
                </a:xfrm>
              </p:grpSpPr>
              <p:sp>
                <p:nvSpPr>
                  <p:cNvPr id="1046" name="Freeform 15"/>
                  <p:cNvSpPr/>
                  <p:nvPr/>
                </p:nvSpPr>
                <p:spPr>
                  <a:xfrm rot="10800000">
                    <a:off x="4357800" y="1703520"/>
                    <a:ext cx="444960" cy="221760"/>
                  </a:xfrm>
                  <a:custGeom>
                    <a:avLst/>
                    <a:gdLst>
                      <a:gd name="textAreaLeft" fmla="*/ 0 w 444960"/>
                      <a:gd name="textAreaRight" fmla="*/ 446040 w 444960"/>
                      <a:gd name="textAreaTop" fmla="*/ 0 h 221760"/>
                      <a:gd name="textAreaBottom" fmla="*/ 222840 h 221760"/>
                    </a:gdLst>
                    <a:ahLst/>
                    <a:cxnLst/>
                    <a:rect l="textAreaLeft" t="textAreaTop" r="textAreaRight" b="textAreaBottom"/>
                    <a:pathLst>
                      <a:path w="588" h="294">
                        <a:moveTo>
                          <a:pt x="588" y="205"/>
                        </a:moveTo>
                        <a:cubicBezTo>
                          <a:pt x="588" y="0"/>
                          <a:pt x="588" y="0"/>
                          <a:pt x="588" y="0"/>
                        </a:cubicBezTo>
                        <a:cubicBezTo>
                          <a:pt x="0" y="0"/>
                          <a:pt x="0" y="0"/>
                          <a:pt x="0" y="0"/>
                        </a:cubicBezTo>
                        <a:cubicBezTo>
                          <a:pt x="0" y="205"/>
                          <a:pt x="0" y="205"/>
                          <a:pt x="0" y="205"/>
                        </a:cubicBezTo>
                        <a:cubicBezTo>
                          <a:pt x="0" y="252"/>
                          <a:pt x="38" y="294"/>
                          <a:pt x="89" y="294"/>
                        </a:cubicBezTo>
                        <a:cubicBezTo>
                          <a:pt x="503" y="294"/>
                          <a:pt x="503" y="294"/>
                          <a:pt x="503" y="294"/>
                        </a:cubicBezTo>
                        <a:cubicBezTo>
                          <a:pt x="550" y="290"/>
                          <a:pt x="588" y="252"/>
                          <a:pt x="588" y="205"/>
                        </a:cubicBezTo>
                        <a:close/>
                      </a:path>
                    </a:pathLst>
                  </a:custGeom>
                  <a:solidFill>
                    <a:schemeClr val="tx1">
                      <a:lumMod val="75000"/>
                      <a:lumOff val="25000"/>
                    </a:schemeClr>
                  </a:solidFill>
                  <a:ln w="0">
                    <a:noFill/>
                  </a:ln>
                </p:spPr>
                <p:style>
                  <a:lnRef idx="0">
                    <a:scrgbClr r="0" g="0" b="0"/>
                  </a:lnRef>
                  <a:fillRef idx="0">
                    <a:scrgbClr r="0" g="0" b="0"/>
                  </a:fillRef>
                  <a:effectRef idx="0">
                    <a:scrgbClr r="0" g="0" b="0"/>
                  </a:effectRef>
                  <a:fontRef idx="minor"/>
                </p:style>
                <p:txBody>
                  <a:bodyPr lIns="68760" tIns="34200" rIns="68760" bIns="34200" numCol="1" spcCol="0" anchor="t">
                    <a:noAutofit/>
                  </a:bodyPr>
                  <a:lstStyle/>
                  <a:p>
                    <a:pPr defTabSz="914400">
                      <a:lnSpc>
                        <a:spcPct val="100000"/>
                      </a:lnSpc>
                    </a:pPr>
                    <a:endParaRPr lang="en-IN" sz="1800" b="0" strike="noStrike" spc="-1">
                      <a:solidFill>
                        <a:srgbClr val="000000"/>
                      </a:solidFill>
                      <a:latin typeface="Segoe UI"/>
                    </a:endParaRPr>
                  </a:p>
                </p:txBody>
              </p:sp>
              <p:sp>
                <p:nvSpPr>
                  <p:cNvPr id="1047" name="Freeform 16"/>
                  <p:cNvSpPr/>
                  <p:nvPr/>
                </p:nvSpPr>
                <p:spPr>
                  <a:xfrm rot="10800000">
                    <a:off x="4299480" y="1926360"/>
                    <a:ext cx="561600" cy="89280"/>
                  </a:xfrm>
                  <a:custGeom>
                    <a:avLst/>
                    <a:gdLst>
                      <a:gd name="textAreaLeft" fmla="*/ 0 w 561600"/>
                      <a:gd name="textAreaRight" fmla="*/ 562680 w 561600"/>
                      <a:gd name="textAreaTop" fmla="*/ 0 h 89280"/>
                      <a:gd name="textAreaBottom" fmla="*/ 90360 h 89280"/>
                    </a:gdLst>
                    <a:ahLst/>
                    <a:cxnLst/>
                    <a:rect l="textAreaLeft" t="textAreaTop" r="textAreaRight" b="textAreaBottom"/>
                    <a:pathLst>
                      <a:path w="742" h="119">
                        <a:moveTo>
                          <a:pt x="682" y="0"/>
                        </a:moveTo>
                        <a:cubicBezTo>
                          <a:pt x="60" y="0"/>
                          <a:pt x="60" y="0"/>
                          <a:pt x="60" y="0"/>
                        </a:cubicBezTo>
                        <a:cubicBezTo>
                          <a:pt x="25" y="0"/>
                          <a:pt x="0" y="25"/>
                          <a:pt x="0" y="59"/>
                        </a:cubicBezTo>
                        <a:cubicBezTo>
                          <a:pt x="0" y="59"/>
                          <a:pt x="0" y="59"/>
                          <a:pt x="0" y="59"/>
                        </a:cubicBezTo>
                        <a:cubicBezTo>
                          <a:pt x="0" y="93"/>
                          <a:pt x="25" y="119"/>
                          <a:pt x="60" y="119"/>
                        </a:cubicBezTo>
                        <a:cubicBezTo>
                          <a:pt x="682" y="119"/>
                          <a:pt x="682" y="119"/>
                          <a:pt x="682" y="119"/>
                        </a:cubicBezTo>
                        <a:cubicBezTo>
                          <a:pt x="717" y="119"/>
                          <a:pt x="742" y="93"/>
                          <a:pt x="742" y="59"/>
                        </a:cubicBezTo>
                        <a:cubicBezTo>
                          <a:pt x="742" y="59"/>
                          <a:pt x="742" y="59"/>
                          <a:pt x="742" y="59"/>
                        </a:cubicBezTo>
                        <a:cubicBezTo>
                          <a:pt x="742" y="25"/>
                          <a:pt x="712" y="0"/>
                          <a:pt x="682" y="0"/>
                        </a:cubicBezTo>
                        <a:close/>
                      </a:path>
                    </a:pathLst>
                  </a:custGeom>
                  <a:solidFill>
                    <a:schemeClr val="tx1">
                      <a:lumMod val="85000"/>
                      <a:lumOff val="15000"/>
                    </a:schemeClr>
                  </a:solidFill>
                  <a:ln w="0">
                    <a:noFill/>
                  </a:ln>
                </p:spPr>
                <p:style>
                  <a:lnRef idx="0">
                    <a:scrgbClr r="0" g="0" b="0"/>
                  </a:lnRef>
                  <a:fillRef idx="0">
                    <a:scrgbClr r="0" g="0" b="0"/>
                  </a:fillRef>
                  <a:effectRef idx="0">
                    <a:scrgbClr r="0" g="0" b="0"/>
                  </a:effectRef>
                  <a:fontRef idx="minor"/>
                </p:style>
                <p:txBody>
                  <a:bodyPr lIns="68760" tIns="34200" rIns="68760" bIns="34200" numCol="1" spcCol="0" anchor="t">
                    <a:noAutofit/>
                  </a:bodyPr>
                  <a:lstStyle/>
                  <a:p>
                    <a:pPr defTabSz="914400">
                      <a:lnSpc>
                        <a:spcPct val="100000"/>
                      </a:lnSpc>
                    </a:pPr>
                    <a:endParaRPr lang="en-IN" sz="1800" b="0" strike="noStrike" spc="-1">
                      <a:solidFill>
                        <a:srgbClr val="000000"/>
                      </a:solidFill>
                      <a:latin typeface="Segoe UI"/>
                    </a:endParaRPr>
                  </a:p>
                </p:txBody>
              </p:sp>
              <p:sp>
                <p:nvSpPr>
                  <p:cNvPr id="1048" name="Freeform 17"/>
                  <p:cNvSpPr/>
                  <p:nvPr/>
                </p:nvSpPr>
                <p:spPr>
                  <a:xfrm rot="10800000">
                    <a:off x="4299480" y="1786680"/>
                    <a:ext cx="561600" cy="90000"/>
                  </a:xfrm>
                  <a:custGeom>
                    <a:avLst/>
                    <a:gdLst>
                      <a:gd name="textAreaLeft" fmla="*/ 0 w 561600"/>
                      <a:gd name="textAreaRight" fmla="*/ 562680 w 561600"/>
                      <a:gd name="textAreaTop" fmla="*/ 0 h 90000"/>
                      <a:gd name="textAreaBottom" fmla="*/ 91080 h 90000"/>
                    </a:gdLst>
                    <a:ahLst/>
                    <a:cxnLst/>
                    <a:rect l="textAreaLeft" t="textAreaTop" r="textAreaRight" b="textAreaBottom"/>
                    <a:pathLst>
                      <a:path w="742" h="120">
                        <a:moveTo>
                          <a:pt x="682" y="0"/>
                        </a:moveTo>
                        <a:cubicBezTo>
                          <a:pt x="60" y="0"/>
                          <a:pt x="60" y="0"/>
                          <a:pt x="60" y="0"/>
                        </a:cubicBezTo>
                        <a:cubicBezTo>
                          <a:pt x="25" y="0"/>
                          <a:pt x="0" y="26"/>
                          <a:pt x="0" y="60"/>
                        </a:cubicBezTo>
                        <a:cubicBezTo>
                          <a:pt x="0" y="60"/>
                          <a:pt x="0" y="60"/>
                          <a:pt x="0" y="60"/>
                        </a:cubicBezTo>
                        <a:cubicBezTo>
                          <a:pt x="0" y="94"/>
                          <a:pt x="25" y="120"/>
                          <a:pt x="60" y="120"/>
                        </a:cubicBezTo>
                        <a:cubicBezTo>
                          <a:pt x="682" y="120"/>
                          <a:pt x="682" y="120"/>
                          <a:pt x="682" y="120"/>
                        </a:cubicBezTo>
                        <a:cubicBezTo>
                          <a:pt x="717" y="120"/>
                          <a:pt x="742" y="94"/>
                          <a:pt x="742" y="60"/>
                        </a:cubicBezTo>
                        <a:cubicBezTo>
                          <a:pt x="742" y="60"/>
                          <a:pt x="742" y="60"/>
                          <a:pt x="742" y="60"/>
                        </a:cubicBezTo>
                        <a:cubicBezTo>
                          <a:pt x="742" y="30"/>
                          <a:pt x="712" y="0"/>
                          <a:pt x="682" y="0"/>
                        </a:cubicBezTo>
                        <a:close/>
                      </a:path>
                    </a:pathLst>
                  </a:custGeom>
                  <a:solidFill>
                    <a:schemeClr val="tx1">
                      <a:lumMod val="85000"/>
                      <a:lumOff val="15000"/>
                    </a:schemeClr>
                  </a:solidFill>
                  <a:ln w="0">
                    <a:noFill/>
                  </a:ln>
                </p:spPr>
                <p:style>
                  <a:lnRef idx="0">
                    <a:scrgbClr r="0" g="0" b="0"/>
                  </a:lnRef>
                  <a:fillRef idx="0">
                    <a:scrgbClr r="0" g="0" b="0"/>
                  </a:fillRef>
                  <a:effectRef idx="0">
                    <a:scrgbClr r="0" g="0" b="0"/>
                  </a:effectRef>
                  <a:fontRef idx="minor"/>
                </p:style>
                <p:txBody>
                  <a:bodyPr lIns="68760" tIns="34200" rIns="68760" bIns="34200" numCol="1" spcCol="0" anchor="t">
                    <a:noAutofit/>
                  </a:bodyPr>
                  <a:lstStyle/>
                  <a:p>
                    <a:pPr defTabSz="914400">
                      <a:lnSpc>
                        <a:spcPct val="100000"/>
                      </a:lnSpc>
                    </a:pPr>
                    <a:endParaRPr lang="en-IN" sz="1800" b="0" strike="noStrike" spc="-1">
                      <a:solidFill>
                        <a:srgbClr val="000000"/>
                      </a:solidFill>
                      <a:latin typeface="Segoe UI"/>
                    </a:endParaRPr>
                  </a:p>
                </p:txBody>
              </p:sp>
            </p:grpSp>
          </p:grpSp>
        </p:grpSp>
        <p:sp>
          <p:nvSpPr>
            <p:cNvPr id="1049" name="Freeform: Shape 11"/>
            <p:cNvSpPr/>
            <p:nvPr/>
          </p:nvSpPr>
          <p:spPr>
            <a:xfrm rot="10800000">
              <a:off x="4678920" y="2505600"/>
              <a:ext cx="245880" cy="308880"/>
            </a:xfrm>
            <a:custGeom>
              <a:avLst/>
              <a:gdLst>
                <a:gd name="textAreaLeft" fmla="*/ 0 w 245880"/>
                <a:gd name="textAreaRight" fmla="*/ 246960 w 245880"/>
                <a:gd name="textAreaTop" fmla="*/ 0 h 308880"/>
                <a:gd name="textAreaBottom" fmla="*/ 309960 h 308880"/>
              </a:gdLst>
              <a:ahLst/>
              <a:cxnLst/>
              <a:rect l="textAreaLeft" t="textAreaTop" r="textAreaRight" b="textAreaBottom"/>
              <a:pathLst>
                <a:path w="648007" h="813076">
                  <a:moveTo>
                    <a:pt x="0" y="813076"/>
                  </a:moveTo>
                  <a:cubicBezTo>
                    <a:pt x="19429" y="200237"/>
                    <a:pt x="483292" y="7257"/>
                    <a:pt x="648007" y="0"/>
                  </a:cubicBezTo>
                </a:path>
              </a:pathLst>
            </a:custGeom>
            <a:noFill/>
            <a:ln w="127000" cap="rnd">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nvGrpSpPr>
            <p:cNvPr id="1050" name="Group 12"/>
            <p:cNvGrpSpPr/>
            <p:nvPr/>
          </p:nvGrpSpPr>
          <p:grpSpPr>
            <a:xfrm>
              <a:off x="3779640" y="2854800"/>
              <a:ext cx="1585080" cy="683280"/>
              <a:chOff x="3779640" y="2854800"/>
              <a:chExt cx="1585080" cy="683280"/>
            </a:xfrm>
          </p:grpSpPr>
          <p:cxnSp>
            <p:nvCxnSpPr>
              <p:cNvPr id="1051" name="Straight Connector 13"/>
              <p:cNvCxnSpPr/>
              <p:nvPr/>
            </p:nvCxnSpPr>
            <p:spPr>
              <a:xfrm flipV="1">
                <a:off x="4585320" y="3216600"/>
                <a:ext cx="1080" cy="321840"/>
              </a:xfrm>
              <a:prstGeom prst="straightConnector1">
                <a:avLst/>
              </a:prstGeom>
              <a:ln w="38100" cap="rnd">
                <a:solidFill>
                  <a:srgbClr val="262626"/>
                </a:solidFill>
                <a:round/>
              </a:ln>
            </p:spPr>
          </p:cxnSp>
          <p:grpSp>
            <p:nvGrpSpPr>
              <p:cNvPr id="1052" name="Group 14"/>
              <p:cNvGrpSpPr/>
              <p:nvPr/>
            </p:nvGrpSpPr>
            <p:grpSpPr>
              <a:xfrm>
                <a:off x="4818240" y="2854800"/>
                <a:ext cx="546480" cy="522000"/>
                <a:chOff x="4818240" y="2854800"/>
                <a:chExt cx="546480" cy="522000"/>
              </a:xfrm>
            </p:grpSpPr>
            <p:cxnSp>
              <p:nvCxnSpPr>
                <p:cNvPr id="1053" name="Straight Connector 20"/>
                <p:cNvCxnSpPr/>
                <p:nvPr/>
              </p:nvCxnSpPr>
              <p:spPr>
                <a:xfrm flipH="1" flipV="1">
                  <a:off x="5024160" y="3054960"/>
                  <a:ext cx="231480" cy="231480"/>
                </a:xfrm>
                <a:prstGeom prst="straightConnector1">
                  <a:avLst/>
                </a:prstGeom>
                <a:ln w="38100" cap="rnd">
                  <a:solidFill>
                    <a:srgbClr val="262626"/>
                  </a:solidFill>
                  <a:round/>
                </a:ln>
              </p:spPr>
            </p:cxnSp>
            <p:cxnSp>
              <p:nvCxnSpPr>
                <p:cNvPr id="1054" name="Straight Connector 23"/>
                <p:cNvCxnSpPr/>
                <p:nvPr/>
              </p:nvCxnSpPr>
              <p:spPr>
                <a:xfrm>
                  <a:off x="5214600" y="2854800"/>
                  <a:ext cx="150480" cy="113040"/>
                </a:xfrm>
                <a:prstGeom prst="straightConnector1">
                  <a:avLst/>
                </a:prstGeom>
                <a:ln w="38100" cap="rnd">
                  <a:solidFill>
                    <a:srgbClr val="262626"/>
                  </a:solidFill>
                  <a:round/>
                </a:ln>
              </p:spPr>
            </p:cxnSp>
            <p:cxnSp>
              <p:nvCxnSpPr>
                <p:cNvPr id="1055" name="Straight Connector 25"/>
                <p:cNvCxnSpPr/>
                <p:nvPr/>
              </p:nvCxnSpPr>
              <p:spPr>
                <a:xfrm>
                  <a:off x="4818240" y="3208320"/>
                  <a:ext cx="78840" cy="168840"/>
                </a:xfrm>
                <a:prstGeom prst="straightConnector1">
                  <a:avLst/>
                </a:prstGeom>
                <a:ln w="38100" cap="rnd">
                  <a:solidFill>
                    <a:srgbClr val="262626"/>
                  </a:solidFill>
                  <a:round/>
                </a:ln>
              </p:spPr>
            </p:cxnSp>
          </p:grpSp>
          <p:grpSp>
            <p:nvGrpSpPr>
              <p:cNvPr id="1056" name="Group 15"/>
              <p:cNvGrpSpPr/>
              <p:nvPr/>
            </p:nvGrpSpPr>
            <p:grpSpPr>
              <a:xfrm>
                <a:off x="3779640" y="2854800"/>
                <a:ext cx="546480" cy="522000"/>
                <a:chOff x="3779640" y="2854800"/>
                <a:chExt cx="546480" cy="522000"/>
              </a:xfrm>
            </p:grpSpPr>
            <p:cxnSp>
              <p:nvCxnSpPr>
                <p:cNvPr id="1057" name="Straight Connector 16"/>
                <p:cNvCxnSpPr/>
                <p:nvPr/>
              </p:nvCxnSpPr>
              <p:spPr>
                <a:xfrm flipV="1">
                  <a:off x="3889080" y="3054960"/>
                  <a:ext cx="231480" cy="231480"/>
                </a:xfrm>
                <a:prstGeom prst="straightConnector1">
                  <a:avLst/>
                </a:prstGeom>
                <a:ln w="38100" cap="rnd">
                  <a:solidFill>
                    <a:srgbClr val="262626"/>
                  </a:solidFill>
                  <a:round/>
                </a:ln>
              </p:spPr>
            </p:cxnSp>
            <p:cxnSp>
              <p:nvCxnSpPr>
                <p:cNvPr id="1058" name="Straight Connector 17"/>
                <p:cNvCxnSpPr/>
                <p:nvPr/>
              </p:nvCxnSpPr>
              <p:spPr>
                <a:xfrm flipH="1">
                  <a:off x="3779640" y="2854800"/>
                  <a:ext cx="150480" cy="113040"/>
                </a:xfrm>
                <a:prstGeom prst="straightConnector1">
                  <a:avLst/>
                </a:prstGeom>
                <a:ln w="38100" cap="rnd">
                  <a:solidFill>
                    <a:srgbClr val="262626"/>
                  </a:solidFill>
                  <a:round/>
                </a:ln>
              </p:spPr>
            </p:cxnSp>
            <p:cxnSp>
              <p:nvCxnSpPr>
                <p:cNvPr id="1059" name="Straight Connector 18"/>
                <p:cNvCxnSpPr/>
                <p:nvPr/>
              </p:nvCxnSpPr>
              <p:spPr>
                <a:xfrm flipH="1">
                  <a:off x="4247640" y="3208320"/>
                  <a:ext cx="78840" cy="168840"/>
                </a:xfrm>
                <a:prstGeom prst="straightConnector1">
                  <a:avLst/>
                </a:prstGeom>
                <a:ln w="38100" cap="rnd">
                  <a:solidFill>
                    <a:srgbClr val="262626"/>
                  </a:solidFill>
                  <a:round/>
                </a:ln>
              </p:spPr>
            </p:cxnSp>
          </p:grpSp>
        </p:grpSp>
      </p:grpSp>
      <p:grpSp>
        <p:nvGrpSpPr>
          <p:cNvPr id="1060" name="Group 51"/>
          <p:cNvGrpSpPr/>
          <p:nvPr/>
        </p:nvGrpSpPr>
        <p:grpSpPr>
          <a:xfrm>
            <a:off x="825480" y="735840"/>
            <a:ext cx="1995840" cy="991080"/>
            <a:chOff x="825480" y="735840"/>
            <a:chExt cx="1995840" cy="991080"/>
          </a:xfrm>
        </p:grpSpPr>
        <p:grpSp>
          <p:nvGrpSpPr>
            <p:cNvPr id="1061" name="Group 52"/>
            <p:cNvGrpSpPr/>
            <p:nvPr/>
          </p:nvGrpSpPr>
          <p:grpSpPr>
            <a:xfrm>
              <a:off x="825480" y="735840"/>
              <a:ext cx="1995840" cy="991080"/>
              <a:chOff x="825480" y="735840"/>
              <a:chExt cx="1995840" cy="991080"/>
            </a:xfrm>
          </p:grpSpPr>
          <p:sp>
            <p:nvSpPr>
              <p:cNvPr id="1062" name="Rectangle: Rounded Corners 55"/>
              <p:cNvSpPr/>
              <p:nvPr/>
            </p:nvSpPr>
            <p:spPr>
              <a:xfrm>
                <a:off x="825480" y="735840"/>
                <a:ext cx="1995840" cy="991080"/>
              </a:xfrm>
              <a:prstGeom prst="roundRect">
                <a:avLst>
                  <a:gd name="adj" fmla="val 9133"/>
                </a:avLst>
              </a:prstGeom>
              <a:solidFill>
                <a:schemeClr val="accent1">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063" name="Freeform: Shape 56"/>
              <p:cNvSpPr/>
              <p:nvPr/>
            </p:nvSpPr>
            <p:spPr>
              <a:xfrm>
                <a:off x="900720" y="80676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rgbClr val="4E84C4"/>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064" name="TextBox 53"/>
            <p:cNvSpPr/>
            <p:nvPr/>
          </p:nvSpPr>
          <p:spPr>
            <a:xfrm>
              <a:off x="900720" y="111564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685800">
                <a:lnSpc>
                  <a:spcPct val="100000"/>
                </a:lnSpc>
              </a:pPr>
              <a:r>
                <a:rPr lang="en-US" sz="900" b="0" strike="noStrike" spc="-1">
                  <a:solidFill>
                    <a:srgbClr val="000000"/>
                  </a:solidFill>
                  <a:latin typeface="Segoe UI"/>
                </a:rPr>
                <a:t>Logical structuring of ideas; ability to articulate the problem, approach, and outcome clearly</a:t>
              </a:r>
              <a:r>
                <a:rPr lang="en-US" sz="1050" b="0" strike="noStrike" spc="-1">
                  <a:solidFill>
                    <a:srgbClr val="000000"/>
                  </a:solidFill>
                  <a:latin typeface="Segoe UI"/>
                </a:rPr>
                <a:t>.</a:t>
              </a:r>
              <a:endParaRPr lang="en-US" sz="1050" b="0" strike="noStrike" spc="-1">
                <a:solidFill>
                  <a:srgbClr val="000000"/>
                </a:solidFill>
                <a:latin typeface="Arial"/>
              </a:endParaRPr>
            </a:p>
          </p:txBody>
        </p:sp>
        <p:sp>
          <p:nvSpPr>
            <p:cNvPr id="1065" name="TextBox 54"/>
            <p:cNvSpPr/>
            <p:nvPr/>
          </p:nvSpPr>
          <p:spPr>
            <a:xfrm>
              <a:off x="966600" y="873360"/>
              <a:ext cx="171360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Clarity of Thought</a:t>
              </a:r>
              <a:endParaRPr lang="en-US" sz="1050" b="0" strike="noStrike" spc="-1">
                <a:solidFill>
                  <a:srgbClr val="000000"/>
                </a:solidFill>
                <a:latin typeface="Arial"/>
              </a:endParaRPr>
            </a:p>
          </p:txBody>
        </p:sp>
      </p:grpSp>
      <p:grpSp>
        <p:nvGrpSpPr>
          <p:cNvPr id="1066" name="Group 57"/>
          <p:cNvGrpSpPr/>
          <p:nvPr/>
        </p:nvGrpSpPr>
        <p:grpSpPr>
          <a:xfrm>
            <a:off x="825480" y="3469320"/>
            <a:ext cx="1995840" cy="991080"/>
            <a:chOff x="825480" y="3469320"/>
            <a:chExt cx="1995840" cy="991080"/>
          </a:xfrm>
        </p:grpSpPr>
        <p:grpSp>
          <p:nvGrpSpPr>
            <p:cNvPr id="1067" name="Group 58"/>
            <p:cNvGrpSpPr/>
            <p:nvPr/>
          </p:nvGrpSpPr>
          <p:grpSpPr>
            <a:xfrm>
              <a:off x="825480" y="3469320"/>
              <a:ext cx="1995840" cy="991080"/>
              <a:chOff x="825480" y="3469320"/>
              <a:chExt cx="1995840" cy="991080"/>
            </a:xfrm>
          </p:grpSpPr>
          <p:sp>
            <p:nvSpPr>
              <p:cNvPr id="1068" name="Rectangle: Rounded Corners 61"/>
              <p:cNvSpPr/>
              <p:nvPr/>
            </p:nvSpPr>
            <p:spPr>
              <a:xfrm>
                <a:off x="825480" y="3469320"/>
                <a:ext cx="1995840" cy="991080"/>
              </a:xfrm>
              <a:prstGeom prst="roundRect">
                <a:avLst>
                  <a:gd name="adj" fmla="val 9133"/>
                </a:avLst>
              </a:prstGeom>
              <a:solidFill>
                <a:schemeClr val="accent4">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069" name="Freeform: Shape 62"/>
              <p:cNvSpPr/>
              <p:nvPr/>
            </p:nvSpPr>
            <p:spPr>
              <a:xfrm>
                <a:off x="900720" y="354024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070" name="TextBox 59"/>
            <p:cNvSpPr/>
            <p:nvPr/>
          </p:nvSpPr>
          <p:spPr>
            <a:xfrm>
              <a:off x="900720" y="384948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685800">
                <a:lnSpc>
                  <a:spcPct val="100000"/>
                </a:lnSpc>
              </a:pPr>
              <a:r>
                <a:rPr lang="en-US" sz="900" b="0" strike="noStrike" spc="-1">
                  <a:solidFill>
                    <a:srgbClr val="000000"/>
                  </a:solidFill>
                  <a:latin typeface="Segoe UI"/>
                </a:rPr>
                <a:t>Effective use of theoretical concepts, tools, and techniques to solve real-world problems.</a:t>
              </a:r>
              <a:endParaRPr lang="en-US" sz="900" b="0" strike="noStrike" spc="-1">
                <a:solidFill>
                  <a:srgbClr val="000000"/>
                </a:solidFill>
                <a:latin typeface="Arial"/>
              </a:endParaRPr>
            </a:p>
            <a:p>
              <a:pPr defTabSz="685800">
                <a:lnSpc>
                  <a:spcPct val="100000"/>
                </a:lnSpc>
              </a:pPr>
              <a:endParaRPr lang="en-US" sz="1050" b="0" strike="noStrike" spc="-1">
                <a:solidFill>
                  <a:srgbClr val="000000"/>
                </a:solidFill>
                <a:latin typeface="Arial"/>
              </a:endParaRPr>
            </a:p>
          </p:txBody>
        </p:sp>
        <p:sp>
          <p:nvSpPr>
            <p:cNvPr id="1071" name="TextBox 60"/>
            <p:cNvSpPr/>
            <p:nvPr/>
          </p:nvSpPr>
          <p:spPr>
            <a:xfrm>
              <a:off x="1010160" y="3537360"/>
              <a:ext cx="1670040" cy="19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Application of knowledge</a:t>
              </a:r>
              <a:endParaRPr lang="en-US" sz="1050" b="0" strike="noStrike" spc="-1">
                <a:solidFill>
                  <a:srgbClr val="000000"/>
                </a:solidFill>
                <a:latin typeface="Arial"/>
              </a:endParaRPr>
            </a:p>
          </p:txBody>
        </p:sp>
      </p:grpSp>
      <p:grpSp>
        <p:nvGrpSpPr>
          <p:cNvPr id="1072" name="Group 63"/>
          <p:cNvGrpSpPr/>
          <p:nvPr/>
        </p:nvGrpSpPr>
        <p:grpSpPr>
          <a:xfrm>
            <a:off x="458280" y="2102760"/>
            <a:ext cx="1995840" cy="991080"/>
            <a:chOff x="458280" y="2102760"/>
            <a:chExt cx="1995840" cy="991080"/>
          </a:xfrm>
        </p:grpSpPr>
        <p:grpSp>
          <p:nvGrpSpPr>
            <p:cNvPr id="1073" name="Group 64"/>
            <p:cNvGrpSpPr/>
            <p:nvPr/>
          </p:nvGrpSpPr>
          <p:grpSpPr>
            <a:xfrm>
              <a:off x="458280" y="2102760"/>
              <a:ext cx="1995840" cy="991080"/>
              <a:chOff x="458280" y="2102760"/>
              <a:chExt cx="1995840" cy="991080"/>
            </a:xfrm>
          </p:grpSpPr>
          <p:sp>
            <p:nvSpPr>
              <p:cNvPr id="1074" name="Rectangle: Rounded Corners 67"/>
              <p:cNvSpPr/>
              <p:nvPr/>
            </p:nvSpPr>
            <p:spPr>
              <a:xfrm>
                <a:off x="458280" y="2102760"/>
                <a:ext cx="1995840" cy="991080"/>
              </a:xfrm>
              <a:prstGeom prst="roundRect">
                <a:avLst>
                  <a:gd name="adj" fmla="val 9133"/>
                </a:avLst>
              </a:prstGeom>
              <a:solidFill>
                <a:schemeClr val="accent2">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075" name="Freeform: Shape 68"/>
              <p:cNvSpPr/>
              <p:nvPr/>
            </p:nvSpPr>
            <p:spPr>
              <a:xfrm>
                <a:off x="533160" y="217332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076" name="TextBox 65"/>
            <p:cNvSpPr/>
            <p:nvPr/>
          </p:nvSpPr>
          <p:spPr>
            <a:xfrm>
              <a:off x="533160" y="248256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pPr>
              <a:r>
                <a:rPr lang="en-US" sz="900" b="0" strike="noStrike" spc="-1">
                  <a:solidFill>
                    <a:srgbClr val="000000"/>
                  </a:solidFill>
                  <a:latin typeface="Segoe UI"/>
                </a:rPr>
                <a:t>Demonstration of how quickly new concepts were grasped, adapted, and applied during the project.</a:t>
              </a:r>
              <a:endParaRPr lang="en-US" sz="900" b="0" strike="noStrike" spc="-1">
                <a:solidFill>
                  <a:srgbClr val="000000"/>
                </a:solidFill>
                <a:latin typeface="Arial"/>
              </a:endParaRPr>
            </a:p>
            <a:p>
              <a:pPr algn="ctr" defTabSz="914400">
                <a:lnSpc>
                  <a:spcPct val="110000"/>
                </a:lnSpc>
              </a:pPr>
              <a:r>
                <a:rPr lang="en-US" sz="1050" b="0" strike="noStrike" spc="-1">
                  <a:solidFill>
                    <a:srgbClr val="0D0D0D"/>
                  </a:solidFill>
                  <a:latin typeface="Segoe UI"/>
                  <a:ea typeface="Open Sans"/>
                </a:rPr>
                <a:t>. </a:t>
              </a:r>
              <a:endParaRPr lang="en-US" sz="1050" b="0" strike="noStrike" spc="-1">
                <a:solidFill>
                  <a:srgbClr val="000000"/>
                </a:solidFill>
                <a:latin typeface="Arial"/>
              </a:endParaRPr>
            </a:p>
          </p:txBody>
        </p:sp>
        <p:sp>
          <p:nvSpPr>
            <p:cNvPr id="1077" name="TextBox 66"/>
            <p:cNvSpPr/>
            <p:nvPr/>
          </p:nvSpPr>
          <p:spPr>
            <a:xfrm>
              <a:off x="599400" y="2301480"/>
              <a:ext cx="171360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Learning Agility</a:t>
              </a:r>
              <a:endParaRPr lang="en-US" sz="1050" b="0" strike="noStrike" spc="-1">
                <a:solidFill>
                  <a:srgbClr val="000000"/>
                </a:solidFill>
                <a:latin typeface="Arial"/>
              </a:endParaRPr>
            </a:p>
            <a:p>
              <a:pPr algn="ctr" defTabSz="914400">
                <a:lnSpc>
                  <a:spcPct val="110000"/>
                </a:lnSpc>
              </a:pPr>
              <a:endParaRPr lang="en-US" sz="1200" b="0" strike="noStrike" spc="-1">
                <a:solidFill>
                  <a:srgbClr val="000000"/>
                </a:solidFill>
                <a:latin typeface="Arial"/>
              </a:endParaRPr>
            </a:p>
          </p:txBody>
        </p:sp>
      </p:grpSp>
      <p:grpSp>
        <p:nvGrpSpPr>
          <p:cNvPr id="1078" name="Group 69"/>
          <p:cNvGrpSpPr/>
          <p:nvPr/>
        </p:nvGrpSpPr>
        <p:grpSpPr>
          <a:xfrm>
            <a:off x="6688800" y="2102760"/>
            <a:ext cx="1995840" cy="991080"/>
            <a:chOff x="6688800" y="2102760"/>
            <a:chExt cx="1995840" cy="991080"/>
          </a:xfrm>
        </p:grpSpPr>
        <p:grpSp>
          <p:nvGrpSpPr>
            <p:cNvPr id="1079" name="Group 70"/>
            <p:cNvGrpSpPr/>
            <p:nvPr/>
          </p:nvGrpSpPr>
          <p:grpSpPr>
            <a:xfrm>
              <a:off x="6688800" y="2102760"/>
              <a:ext cx="1995840" cy="991080"/>
              <a:chOff x="6688800" y="2102760"/>
              <a:chExt cx="1995840" cy="991080"/>
            </a:xfrm>
          </p:grpSpPr>
          <p:sp>
            <p:nvSpPr>
              <p:cNvPr id="1080" name="Rectangle: Rounded Corners 73"/>
              <p:cNvSpPr/>
              <p:nvPr/>
            </p:nvSpPr>
            <p:spPr>
              <a:xfrm>
                <a:off x="6688800" y="2102760"/>
                <a:ext cx="1995840" cy="991080"/>
              </a:xfrm>
              <a:prstGeom prst="roundRect">
                <a:avLst>
                  <a:gd name="adj" fmla="val 9133"/>
                </a:avLst>
              </a:prstGeom>
              <a:solidFill>
                <a:schemeClr val="accent3">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081" name="Freeform: Shape 74"/>
              <p:cNvSpPr/>
              <p:nvPr/>
            </p:nvSpPr>
            <p:spPr>
              <a:xfrm>
                <a:off x="6764040" y="217332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082" name="TextBox 71"/>
            <p:cNvSpPr/>
            <p:nvPr/>
          </p:nvSpPr>
          <p:spPr>
            <a:xfrm>
              <a:off x="6764040" y="248256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pPr>
              <a:r>
                <a:rPr lang="en-US" sz="900" b="0" strike="noStrike" spc="-1">
                  <a:solidFill>
                    <a:srgbClr val="000000"/>
                  </a:solidFill>
                  <a:latin typeface="Segoe UI"/>
                </a:rPr>
                <a:t>Depth, accuracy, and completeness of the solution</a:t>
              </a:r>
              <a:endParaRPr lang="en-US" sz="900" b="0" strike="noStrike" spc="-1">
                <a:solidFill>
                  <a:srgbClr val="000000"/>
                </a:solidFill>
                <a:latin typeface="Arial"/>
              </a:endParaRPr>
            </a:p>
          </p:txBody>
        </p:sp>
        <p:sp>
          <p:nvSpPr>
            <p:cNvPr id="1083" name="TextBox 72"/>
            <p:cNvSpPr/>
            <p:nvPr/>
          </p:nvSpPr>
          <p:spPr>
            <a:xfrm>
              <a:off x="6829920" y="2240280"/>
              <a:ext cx="171360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Quality of outcome</a:t>
              </a:r>
              <a:endParaRPr lang="en-US" sz="1050" b="0" strike="noStrike" spc="-1">
                <a:solidFill>
                  <a:srgbClr val="000000"/>
                </a:solidFill>
                <a:latin typeface="Arial"/>
              </a:endParaRPr>
            </a:p>
          </p:txBody>
        </p:sp>
      </p:grpSp>
      <p:grpSp>
        <p:nvGrpSpPr>
          <p:cNvPr id="1084" name="Group 75"/>
          <p:cNvGrpSpPr/>
          <p:nvPr/>
        </p:nvGrpSpPr>
        <p:grpSpPr>
          <a:xfrm>
            <a:off x="6359400" y="735840"/>
            <a:ext cx="1995840" cy="991080"/>
            <a:chOff x="6359400" y="735840"/>
            <a:chExt cx="1995840" cy="991080"/>
          </a:xfrm>
        </p:grpSpPr>
        <p:grpSp>
          <p:nvGrpSpPr>
            <p:cNvPr id="1085" name="Group 76"/>
            <p:cNvGrpSpPr/>
            <p:nvPr/>
          </p:nvGrpSpPr>
          <p:grpSpPr>
            <a:xfrm>
              <a:off x="6359400" y="735840"/>
              <a:ext cx="1995840" cy="991080"/>
              <a:chOff x="6359400" y="735840"/>
              <a:chExt cx="1995840" cy="991080"/>
            </a:xfrm>
          </p:grpSpPr>
          <p:sp>
            <p:nvSpPr>
              <p:cNvPr id="1086" name="Rectangle: Rounded Corners 79"/>
              <p:cNvSpPr/>
              <p:nvPr/>
            </p:nvSpPr>
            <p:spPr>
              <a:xfrm>
                <a:off x="6359400" y="735840"/>
                <a:ext cx="1995840" cy="991080"/>
              </a:xfrm>
              <a:prstGeom prst="roundRect">
                <a:avLst>
                  <a:gd name="adj" fmla="val 9133"/>
                </a:avLst>
              </a:prstGeom>
              <a:solidFill>
                <a:schemeClr val="accent5">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087" name="Freeform: Shape 80"/>
              <p:cNvSpPr/>
              <p:nvPr/>
            </p:nvSpPr>
            <p:spPr>
              <a:xfrm>
                <a:off x="6434640" y="80676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088" name="TextBox 77"/>
            <p:cNvSpPr/>
            <p:nvPr/>
          </p:nvSpPr>
          <p:spPr>
            <a:xfrm>
              <a:off x="6434640" y="111564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pPr>
              <a:r>
                <a:rPr lang="en-US" sz="900" b="0" strike="noStrike" spc="-1">
                  <a:solidFill>
                    <a:srgbClr val="000000"/>
                  </a:solidFill>
                  <a:latin typeface="Segoe UI"/>
                </a:rPr>
                <a:t>Originality of the approach; presence of innovative thinking or unique perspectives.</a:t>
              </a:r>
              <a:endParaRPr lang="en-US" sz="900" b="0" strike="noStrike" spc="-1">
                <a:solidFill>
                  <a:srgbClr val="000000"/>
                </a:solidFill>
                <a:latin typeface="Arial"/>
              </a:endParaRPr>
            </a:p>
            <a:p>
              <a:pPr algn="ctr" defTabSz="914400">
                <a:lnSpc>
                  <a:spcPct val="110000"/>
                </a:lnSpc>
              </a:pPr>
              <a:r>
                <a:rPr lang="en-US" sz="1050" b="0" strike="noStrike" spc="-1">
                  <a:solidFill>
                    <a:srgbClr val="0D0D0D"/>
                  </a:solidFill>
                  <a:latin typeface="Segoe UI"/>
                  <a:ea typeface="Open Sans"/>
                </a:rPr>
                <a:t>. </a:t>
              </a:r>
              <a:endParaRPr lang="en-US" sz="1050" b="0" strike="noStrike" spc="-1">
                <a:solidFill>
                  <a:srgbClr val="000000"/>
                </a:solidFill>
                <a:latin typeface="Arial"/>
              </a:endParaRPr>
            </a:p>
          </p:txBody>
        </p:sp>
        <p:sp>
          <p:nvSpPr>
            <p:cNvPr id="1089" name="TextBox 78"/>
            <p:cNvSpPr/>
            <p:nvPr/>
          </p:nvSpPr>
          <p:spPr>
            <a:xfrm>
              <a:off x="6500520" y="873360"/>
              <a:ext cx="171360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Novelty</a:t>
              </a:r>
              <a:endParaRPr lang="en-US" sz="1050" b="0" strike="noStrike" spc="-1">
                <a:solidFill>
                  <a:srgbClr val="000000"/>
                </a:solidFill>
                <a:latin typeface="Arial"/>
              </a:endParaRPr>
            </a:p>
          </p:txBody>
        </p:sp>
      </p:grpSp>
      <p:grpSp>
        <p:nvGrpSpPr>
          <p:cNvPr id="1090" name="Group 81"/>
          <p:cNvGrpSpPr/>
          <p:nvPr/>
        </p:nvGrpSpPr>
        <p:grpSpPr>
          <a:xfrm>
            <a:off x="6359400" y="3456720"/>
            <a:ext cx="1995840" cy="991080"/>
            <a:chOff x="6359400" y="3456720"/>
            <a:chExt cx="1995840" cy="991080"/>
          </a:xfrm>
        </p:grpSpPr>
        <p:grpSp>
          <p:nvGrpSpPr>
            <p:cNvPr id="1091" name="Group 82"/>
            <p:cNvGrpSpPr/>
            <p:nvPr/>
          </p:nvGrpSpPr>
          <p:grpSpPr>
            <a:xfrm>
              <a:off x="6359400" y="3456720"/>
              <a:ext cx="1995840" cy="991080"/>
              <a:chOff x="6359400" y="3456720"/>
              <a:chExt cx="1995840" cy="991080"/>
            </a:xfrm>
          </p:grpSpPr>
          <p:sp>
            <p:nvSpPr>
              <p:cNvPr id="1092" name="Rectangle: Rounded Corners 85"/>
              <p:cNvSpPr/>
              <p:nvPr/>
            </p:nvSpPr>
            <p:spPr>
              <a:xfrm>
                <a:off x="6359400" y="3456720"/>
                <a:ext cx="1995840" cy="991080"/>
              </a:xfrm>
              <a:prstGeom prst="roundRect">
                <a:avLst>
                  <a:gd name="adj" fmla="val 9133"/>
                </a:avLst>
              </a:prstGeom>
              <a:solidFill>
                <a:schemeClr val="accent6">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093" name="Freeform: Shape 86"/>
              <p:cNvSpPr/>
              <p:nvPr/>
            </p:nvSpPr>
            <p:spPr>
              <a:xfrm>
                <a:off x="6434640" y="352764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094" name="TextBox 83"/>
            <p:cNvSpPr/>
            <p:nvPr/>
          </p:nvSpPr>
          <p:spPr>
            <a:xfrm>
              <a:off x="6434640" y="383652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pPr>
              <a:r>
                <a:rPr lang="en-US" sz="900" b="0" strike="noStrike" spc="-1">
                  <a:solidFill>
                    <a:srgbClr val="000000"/>
                  </a:solidFill>
                  <a:latin typeface="Segoe UI"/>
                </a:rPr>
                <a:t>Clarity, confidence, storytelling, and effective use of visuals to communicate the solution.</a:t>
              </a:r>
              <a:endParaRPr lang="en-US" sz="900" b="0" strike="noStrike" spc="-1">
                <a:solidFill>
                  <a:srgbClr val="000000"/>
                </a:solidFill>
                <a:latin typeface="Arial"/>
              </a:endParaRPr>
            </a:p>
            <a:p>
              <a:pPr algn="ctr" defTabSz="914400">
                <a:lnSpc>
                  <a:spcPct val="110000"/>
                </a:lnSpc>
              </a:pPr>
              <a:r>
                <a:rPr lang="en-US" sz="900" b="0" strike="noStrike" spc="-1">
                  <a:solidFill>
                    <a:srgbClr val="0D0D0D"/>
                  </a:solidFill>
                  <a:latin typeface="Segoe UI"/>
                  <a:ea typeface="Open Sans"/>
                </a:rPr>
                <a:t>. </a:t>
              </a:r>
              <a:endParaRPr lang="en-US" sz="900" b="0" strike="noStrike" spc="-1">
                <a:solidFill>
                  <a:srgbClr val="000000"/>
                </a:solidFill>
                <a:latin typeface="Arial"/>
              </a:endParaRPr>
            </a:p>
          </p:txBody>
        </p:sp>
        <p:sp>
          <p:nvSpPr>
            <p:cNvPr id="1095" name="TextBox 84"/>
            <p:cNvSpPr/>
            <p:nvPr/>
          </p:nvSpPr>
          <p:spPr>
            <a:xfrm>
              <a:off x="6500520" y="3594240"/>
              <a:ext cx="171360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Presentation skills</a:t>
              </a:r>
              <a:endParaRPr lang="en-US" sz="1050" b="0" strike="noStrike" spc="-1">
                <a:solidFill>
                  <a:srgbClr val="000000"/>
                </a:solidFill>
                <a:latin typeface="Arial"/>
              </a:endParaRPr>
            </a:p>
          </p:txBody>
        </p:sp>
      </p:grpSp>
      <p:cxnSp>
        <p:nvCxnSpPr>
          <p:cNvPr id="1096" name="Straight Arrow Connector 87"/>
          <p:cNvCxnSpPr/>
          <p:nvPr/>
        </p:nvCxnSpPr>
        <p:spPr>
          <a:xfrm>
            <a:off x="2983320" y="1423800"/>
            <a:ext cx="295200" cy="178560"/>
          </a:xfrm>
          <a:prstGeom prst="straightConnector1">
            <a:avLst/>
          </a:prstGeom>
          <a:ln w="50800" cap="rnd">
            <a:solidFill>
              <a:srgbClr val="262626"/>
            </a:solidFill>
            <a:round/>
            <a:headEnd type="arrow" w="lg" len="med"/>
          </a:ln>
        </p:spPr>
      </p:cxnSp>
      <p:cxnSp>
        <p:nvCxnSpPr>
          <p:cNvPr id="1097" name="Straight Arrow Connector 88"/>
          <p:cNvCxnSpPr/>
          <p:nvPr/>
        </p:nvCxnSpPr>
        <p:spPr>
          <a:xfrm flipV="1">
            <a:off x="2983320" y="3614400"/>
            <a:ext cx="295200" cy="178920"/>
          </a:xfrm>
          <a:prstGeom prst="straightConnector1">
            <a:avLst/>
          </a:prstGeom>
          <a:ln w="50800" cap="rnd">
            <a:solidFill>
              <a:srgbClr val="262626"/>
            </a:solidFill>
            <a:round/>
            <a:headEnd type="arrow" w="lg" len="med"/>
          </a:ln>
        </p:spPr>
      </p:cxnSp>
      <p:cxnSp>
        <p:nvCxnSpPr>
          <p:cNvPr id="1098" name="Straight Arrow Connector 89"/>
          <p:cNvCxnSpPr/>
          <p:nvPr/>
        </p:nvCxnSpPr>
        <p:spPr>
          <a:xfrm flipH="1">
            <a:off x="5831280" y="1423800"/>
            <a:ext cx="295560" cy="178560"/>
          </a:xfrm>
          <a:prstGeom prst="straightConnector1">
            <a:avLst/>
          </a:prstGeom>
          <a:ln w="50800" cap="rnd">
            <a:solidFill>
              <a:srgbClr val="262626"/>
            </a:solidFill>
            <a:round/>
            <a:headEnd type="arrow" w="lg" len="med"/>
          </a:ln>
        </p:spPr>
      </p:cxnSp>
      <p:cxnSp>
        <p:nvCxnSpPr>
          <p:cNvPr id="1099" name="Straight Arrow Connector 90"/>
          <p:cNvCxnSpPr/>
          <p:nvPr/>
        </p:nvCxnSpPr>
        <p:spPr>
          <a:xfrm flipH="1" flipV="1">
            <a:off x="5831280" y="3614400"/>
            <a:ext cx="295560" cy="178920"/>
          </a:xfrm>
          <a:prstGeom prst="straightConnector1">
            <a:avLst/>
          </a:prstGeom>
          <a:ln w="50800" cap="rnd">
            <a:solidFill>
              <a:srgbClr val="262626"/>
            </a:solidFill>
            <a:round/>
            <a:headEnd type="arrow" w="lg" len="med"/>
          </a:ln>
        </p:spPr>
      </p:cxnSp>
      <p:cxnSp>
        <p:nvCxnSpPr>
          <p:cNvPr id="1100" name="Straight Arrow Connector 91"/>
          <p:cNvCxnSpPr/>
          <p:nvPr/>
        </p:nvCxnSpPr>
        <p:spPr>
          <a:xfrm flipH="1">
            <a:off x="6116040" y="2598480"/>
            <a:ext cx="301680" cy="1080"/>
          </a:xfrm>
          <a:prstGeom prst="straightConnector1">
            <a:avLst/>
          </a:prstGeom>
          <a:ln w="50800" cap="rnd">
            <a:solidFill>
              <a:srgbClr val="262626"/>
            </a:solidFill>
            <a:round/>
            <a:headEnd type="arrow" w="lg" len="med"/>
          </a:ln>
        </p:spPr>
      </p:cxnSp>
      <p:cxnSp>
        <p:nvCxnSpPr>
          <p:cNvPr id="1101" name="Straight Arrow Connector 92"/>
          <p:cNvCxnSpPr/>
          <p:nvPr/>
        </p:nvCxnSpPr>
        <p:spPr>
          <a:xfrm>
            <a:off x="2696760" y="2598480"/>
            <a:ext cx="301680" cy="1080"/>
          </a:xfrm>
          <a:prstGeom prst="straightConnector1">
            <a:avLst/>
          </a:prstGeom>
          <a:ln w="50800" cap="rnd">
            <a:solidFill>
              <a:srgbClr val="262626"/>
            </a:solidFill>
            <a:round/>
            <a:headEnd type="arrow" w="lg" len="med"/>
          </a:ln>
        </p:spPr>
      </p:cxnSp>
      <p:grpSp>
        <p:nvGrpSpPr>
          <p:cNvPr id="1102" name="Group 93"/>
          <p:cNvGrpSpPr/>
          <p:nvPr/>
        </p:nvGrpSpPr>
        <p:grpSpPr>
          <a:xfrm>
            <a:off x="3573720" y="3919320"/>
            <a:ext cx="1995840" cy="991080"/>
            <a:chOff x="3573720" y="3919320"/>
            <a:chExt cx="1995840" cy="991080"/>
          </a:xfrm>
        </p:grpSpPr>
        <p:grpSp>
          <p:nvGrpSpPr>
            <p:cNvPr id="1103" name="Group 94"/>
            <p:cNvGrpSpPr/>
            <p:nvPr/>
          </p:nvGrpSpPr>
          <p:grpSpPr>
            <a:xfrm>
              <a:off x="3573720" y="3919320"/>
              <a:ext cx="1995840" cy="991080"/>
              <a:chOff x="3573720" y="3919320"/>
              <a:chExt cx="1995840" cy="991080"/>
            </a:xfrm>
          </p:grpSpPr>
          <p:sp>
            <p:nvSpPr>
              <p:cNvPr id="1104" name="Rectangle: Rounded Corners 97"/>
              <p:cNvSpPr/>
              <p:nvPr/>
            </p:nvSpPr>
            <p:spPr>
              <a:xfrm>
                <a:off x="3573720" y="3919320"/>
                <a:ext cx="1995840" cy="991080"/>
              </a:xfrm>
              <a:prstGeom prst="roundRect">
                <a:avLst>
                  <a:gd name="adj" fmla="val 9133"/>
                </a:avLst>
              </a:prstGeom>
              <a:solidFill>
                <a:schemeClr val="accent6">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sp>
            <p:nvSpPr>
              <p:cNvPr id="1105" name="Freeform: Shape 98"/>
              <p:cNvSpPr/>
              <p:nvPr/>
            </p:nvSpPr>
            <p:spPr>
              <a:xfrm>
                <a:off x="3648600" y="3989880"/>
                <a:ext cx="1845720" cy="246600"/>
              </a:xfrm>
              <a:custGeom>
                <a:avLst/>
                <a:gdLst>
                  <a:gd name="textAreaLeft" fmla="*/ 0 w 1845720"/>
                  <a:gd name="textAreaRight" fmla="*/ 1846800 w 1845720"/>
                  <a:gd name="textAreaTop" fmla="*/ 0 h 246600"/>
                  <a:gd name="textAreaBottom" fmla="*/ 247680 h 246600"/>
                </a:gdLst>
                <a:ahLst/>
                <a:cxnLst/>
                <a:rect l="textAreaLeft" t="textAreaTop" r="textAreaRight" b="textAreaBottom"/>
                <a:pathLst>
                  <a:path w="2462344" h="330265">
                    <a:moveTo>
                      <a:pt x="96668" y="0"/>
                    </a:moveTo>
                    <a:lnTo>
                      <a:pt x="2365676" y="0"/>
                    </a:lnTo>
                    <a:cubicBezTo>
                      <a:pt x="2419064" y="0"/>
                      <a:pt x="2462344" y="43280"/>
                      <a:pt x="2462344" y="96668"/>
                    </a:cubicBezTo>
                    <a:lnTo>
                      <a:pt x="2462344" y="131837"/>
                    </a:lnTo>
                    <a:lnTo>
                      <a:pt x="2462344" y="167006"/>
                    </a:lnTo>
                    <a:lnTo>
                      <a:pt x="2462344" y="259927"/>
                    </a:lnTo>
                    <a:lnTo>
                      <a:pt x="2462344" y="295096"/>
                    </a:lnTo>
                    <a:lnTo>
                      <a:pt x="2462344" y="330265"/>
                    </a:lnTo>
                    <a:lnTo>
                      <a:pt x="0" y="330265"/>
                    </a:lnTo>
                    <a:lnTo>
                      <a:pt x="0" y="295096"/>
                    </a:lnTo>
                    <a:lnTo>
                      <a:pt x="0" y="259927"/>
                    </a:lnTo>
                    <a:lnTo>
                      <a:pt x="0" y="167006"/>
                    </a:lnTo>
                    <a:lnTo>
                      <a:pt x="0" y="131837"/>
                    </a:lnTo>
                    <a:lnTo>
                      <a:pt x="0" y="96668"/>
                    </a:lnTo>
                    <a:cubicBezTo>
                      <a:pt x="0" y="43280"/>
                      <a:pt x="43280" y="0"/>
                      <a:pt x="96668" y="0"/>
                    </a:cubicBezTo>
                    <a:close/>
                  </a:path>
                </a:pathLst>
              </a:custGeom>
              <a:solidFill>
                <a:srgbClr val="00CC9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rgbClr val="FFFFFF"/>
                  </a:solidFill>
                  <a:latin typeface="Segoe UI"/>
                </a:endParaRPr>
              </a:p>
            </p:txBody>
          </p:sp>
        </p:grpSp>
        <p:sp>
          <p:nvSpPr>
            <p:cNvPr id="1106" name="TextBox 95"/>
            <p:cNvSpPr/>
            <p:nvPr/>
          </p:nvSpPr>
          <p:spPr>
            <a:xfrm>
              <a:off x="3648600" y="4299120"/>
              <a:ext cx="1845720" cy="51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pPr>
              <a:r>
                <a:rPr lang="en-US" sz="900" b="0" strike="noStrike" spc="-1">
                  <a:solidFill>
                    <a:srgbClr val="000000"/>
                  </a:solidFill>
                  <a:latin typeface="Segoe UI"/>
                </a:rPr>
                <a:t>Ability to respond thoughtfully, justify decisions, and handle questions with confidence and clarity</a:t>
              </a:r>
              <a:r>
                <a:rPr lang="en-US" sz="1050" b="0" strike="noStrike" spc="-1">
                  <a:solidFill>
                    <a:srgbClr val="000000"/>
                  </a:solidFill>
                  <a:latin typeface="Segoe UI"/>
                </a:rPr>
                <a:t>.</a:t>
              </a:r>
              <a:endParaRPr lang="en-US" sz="1050" b="0" strike="noStrike" spc="-1">
                <a:solidFill>
                  <a:srgbClr val="000000"/>
                </a:solidFill>
                <a:latin typeface="Arial"/>
              </a:endParaRPr>
            </a:p>
          </p:txBody>
        </p:sp>
        <p:sp>
          <p:nvSpPr>
            <p:cNvPr id="1107" name="TextBox 96"/>
            <p:cNvSpPr/>
            <p:nvPr/>
          </p:nvSpPr>
          <p:spPr>
            <a:xfrm>
              <a:off x="3714480" y="4056840"/>
              <a:ext cx="171360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pPr>
              <a:r>
                <a:rPr lang="en-US" sz="1050" b="1" strike="noStrike" spc="-1">
                  <a:solidFill>
                    <a:srgbClr val="FFFFFF"/>
                  </a:solidFill>
                  <a:latin typeface="Segoe UI"/>
                </a:rPr>
                <a:t>Response to Q&amp;A</a:t>
              </a:r>
              <a:endParaRPr lang="en-US" sz="1050" b="0" strike="noStrike" spc="-1">
                <a:solidFill>
                  <a:srgbClr val="000000"/>
                </a:solidFill>
                <a:latin typeface="Arial"/>
              </a:endParaRPr>
            </a:p>
          </p:txBody>
        </p:sp>
      </p:grpSp>
      <p:cxnSp>
        <p:nvCxnSpPr>
          <p:cNvPr id="1108" name="Straight Arrow Connector 99"/>
          <p:cNvCxnSpPr/>
          <p:nvPr/>
        </p:nvCxnSpPr>
        <p:spPr>
          <a:xfrm flipV="1">
            <a:off x="4585320" y="3787920"/>
            <a:ext cx="1080" cy="204120"/>
          </a:xfrm>
          <a:prstGeom prst="straightConnector1">
            <a:avLst/>
          </a:prstGeom>
          <a:ln w="50800" cap="rnd">
            <a:solidFill>
              <a:srgbClr val="262626"/>
            </a:solidFill>
            <a:round/>
            <a:headEnd type="arrow" w="lg" len="med"/>
          </a:ln>
        </p:spPr>
      </p:cxn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9" name="PlaceHolder 1"/>
          <p:cNvSpPr>
            <a:spLocks noGrp="1"/>
          </p:cNvSpPr>
          <p:nvPr>
            <p:ph type="title"/>
          </p:nvPr>
        </p:nvSpPr>
        <p:spPr>
          <a:xfrm>
            <a:off x="281160" y="1582560"/>
            <a:ext cx="7232400" cy="552960"/>
          </a:xfrm>
          <a:prstGeom prst="rect">
            <a:avLst/>
          </a:prstGeom>
          <a:noFill/>
          <a:ln w="0">
            <a:noFill/>
          </a:ln>
        </p:spPr>
        <p:txBody>
          <a:bodyPr lIns="0" tIns="12240" rIns="0" bIns="0" anchor="t">
            <a:noAutofit/>
          </a:bodyPr>
          <a:lstStyle/>
          <a:p>
            <a:pPr indent="0" defTabSz="914400">
              <a:lnSpc>
                <a:spcPct val="100000"/>
              </a:lnSpc>
              <a:buNone/>
              <a:tabLst>
                <a:tab pos="0" algn="l"/>
              </a:tabLst>
            </a:pPr>
            <a:r>
              <a:rPr lang="en-US" sz="3200" b="0" strike="noStrike" spc="-7">
                <a:solidFill>
                  <a:schemeClr val="dk1"/>
                </a:solidFill>
                <a:latin typeface="Calibri"/>
              </a:rPr>
              <a:t>Format for project work presentation</a:t>
            </a:r>
            <a:endParaRPr lang="en-US" sz="32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 name="PlaceHolder 1"/>
          <p:cNvSpPr>
            <a:spLocks noGrp="1"/>
          </p:cNvSpPr>
          <p:nvPr>
            <p:ph type="title"/>
          </p:nvPr>
        </p:nvSpPr>
        <p:spPr>
          <a:xfrm>
            <a:off x="1942560" y="529560"/>
            <a:ext cx="5257440" cy="788400"/>
          </a:xfrm>
          <a:prstGeom prst="rect">
            <a:avLst/>
          </a:prstGeom>
          <a:noFill/>
          <a:ln w="0">
            <a:noFill/>
          </a:ln>
        </p:spPr>
        <p:txBody>
          <a:bodyPr lIns="0" tIns="12240" rIns="0" bIns="0" anchor="t">
            <a:noAutofit/>
          </a:bodyPr>
          <a:lstStyle/>
          <a:p>
            <a:pPr indent="0" defTabSz="914400">
              <a:lnSpc>
                <a:spcPct val="100000"/>
              </a:lnSpc>
              <a:buNone/>
              <a:tabLst>
                <a:tab pos="0" algn="l"/>
              </a:tabLst>
            </a:pPr>
            <a:r>
              <a:rPr lang="en-US" sz="3200" b="0" strike="noStrike" spc="-1">
                <a:solidFill>
                  <a:schemeClr val="dk1"/>
                </a:solidFill>
                <a:latin typeface="Calibri"/>
              </a:rPr>
              <a:t>Project Title</a:t>
            </a:r>
            <a:endParaRPr lang="en-US" sz="3200" b="0" strike="noStrike" spc="-1">
              <a:solidFill>
                <a:srgbClr val="000000"/>
              </a:solidFill>
              <a:latin typeface="Arial"/>
            </a:endParaRPr>
          </a:p>
        </p:txBody>
      </p:sp>
      <p:sp>
        <p:nvSpPr>
          <p:cNvPr id="1111" name="PlaceHolder 2"/>
          <p:cNvSpPr>
            <a:spLocks noGrp="1"/>
          </p:cNvSpPr>
          <p:nvPr>
            <p:ph/>
          </p:nvPr>
        </p:nvSpPr>
        <p:spPr>
          <a:xfrm>
            <a:off x="457200" y="1699920"/>
            <a:ext cx="5714640" cy="1219680"/>
          </a:xfrm>
          <a:prstGeom prst="rect">
            <a:avLst/>
          </a:prstGeom>
          <a:noFill/>
          <a:ln w="0">
            <a:noFill/>
          </a:ln>
        </p:spPr>
        <p:txBody>
          <a:bodyPr lIns="0" tIns="17280" rIns="0" bIns="0" anchor="t">
            <a:noAutofit/>
          </a:bodyPr>
          <a:lstStyle/>
          <a:p>
            <a:pPr indent="0" defTabSz="914400">
              <a:lnSpc>
                <a:spcPct val="110000"/>
              </a:lnSpc>
              <a:buNone/>
              <a:tabLst>
                <a:tab pos="0" algn="l"/>
              </a:tabLst>
            </a:pPr>
            <a:r>
              <a:rPr lang="en-US" sz="1800" b="0" strike="noStrike" spc="-1">
                <a:solidFill>
                  <a:schemeClr val="dk1"/>
                </a:solidFill>
                <a:latin typeface="Calibri"/>
              </a:rPr>
              <a:t>Name of intern: Atreyee Das</a:t>
            </a:r>
            <a:br>
              <a:rPr sz="1800"/>
            </a:br>
            <a:r>
              <a:rPr lang="en-US" sz="1800" b="0" strike="noStrike" spc="-1">
                <a:solidFill>
                  <a:schemeClr val="dk1"/>
                </a:solidFill>
                <a:latin typeface="Calibri"/>
              </a:rPr>
              <a:t>College: Institute of Engineering &amp; Management, Kolkata</a:t>
            </a:r>
            <a:br>
              <a:rPr sz="1800"/>
            </a:br>
            <a:r>
              <a:rPr lang="en-US" sz="1800" b="0" strike="noStrike" spc="-1">
                <a:solidFill>
                  <a:schemeClr val="dk1"/>
                </a:solidFill>
                <a:latin typeface="Calibri"/>
              </a:rPr>
              <a:t>Mentor: Dr. Arijit Ukil</a:t>
            </a:r>
            <a:br>
              <a:rPr sz="1800"/>
            </a:br>
            <a:r>
              <a:rPr lang="en-US" sz="1800" b="0" strike="noStrike" spc="-1">
                <a:solidFill>
                  <a:schemeClr val="dk1"/>
                </a:solidFill>
                <a:latin typeface="Calibri"/>
              </a:rPr>
              <a:t>Research Area: Optimized and Efficient GenAI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 name="PlaceHolder 1"/>
          <p:cNvSpPr>
            <a:spLocks noGrp="1"/>
          </p:cNvSpPr>
          <p:nvPr>
            <p:ph type="title"/>
          </p:nvPr>
        </p:nvSpPr>
        <p:spPr>
          <a:xfrm>
            <a:off x="2001240" y="19440"/>
            <a:ext cx="4399560" cy="552960"/>
          </a:xfrm>
          <a:prstGeom prst="rect">
            <a:avLst/>
          </a:prstGeom>
          <a:noFill/>
          <a:ln w="0">
            <a:noFill/>
          </a:ln>
        </p:spPr>
        <p:txBody>
          <a:bodyPr lIns="0" tIns="12240" rIns="0" bIns="0" anchor="t">
            <a:noAutofit/>
          </a:bodyPr>
          <a:lstStyle/>
          <a:p>
            <a:pPr indent="0" defTabSz="914400">
              <a:lnSpc>
                <a:spcPct val="100000"/>
              </a:lnSpc>
              <a:buNone/>
              <a:tabLst>
                <a:tab pos="0" algn="l"/>
              </a:tabLst>
            </a:pPr>
            <a:r>
              <a:rPr lang="en-US" sz="3200" b="0" strike="noStrike" spc="-7">
                <a:solidFill>
                  <a:schemeClr val="dk1"/>
                </a:solidFill>
                <a:latin typeface="Calibri"/>
              </a:rPr>
              <a:t>Project Details </a:t>
            </a:r>
            <a:endParaRPr lang="en-US" sz="3200" b="0" strike="noStrike" spc="-1">
              <a:solidFill>
                <a:srgbClr val="000000"/>
              </a:solidFill>
              <a:latin typeface="Arial"/>
            </a:endParaRPr>
          </a:p>
        </p:txBody>
      </p:sp>
      <p:sp>
        <p:nvSpPr>
          <p:cNvPr id="1113" name="Content Placeholder 7"/>
          <p:cNvSpPr/>
          <p:nvPr/>
        </p:nvSpPr>
        <p:spPr>
          <a:xfrm>
            <a:off x="7086600" y="914400"/>
            <a:ext cx="1973880" cy="190224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1114" name="PlaceHolder 2"/>
          <p:cNvSpPr>
            <a:spLocks noGrp="1"/>
          </p:cNvSpPr>
          <p:nvPr>
            <p:ph/>
          </p:nvPr>
        </p:nvSpPr>
        <p:spPr>
          <a:xfrm>
            <a:off x="228600" y="914400"/>
            <a:ext cx="7047000" cy="3027600"/>
          </a:xfrm>
          <a:prstGeom prst="rect">
            <a:avLst/>
          </a:prstGeom>
          <a:noFill/>
          <a:ln w="0">
            <a:noFill/>
          </a:ln>
        </p:spPr>
        <p:txBody>
          <a:bodyPr lIns="0" tIns="17280" rIns="0" bIns="0" anchor="t">
            <a:noAutofit/>
          </a:bodyPr>
          <a:lstStyle/>
          <a:p>
            <a:pPr indent="0" defTabSz="1219320">
              <a:lnSpc>
                <a:spcPct val="100000"/>
              </a:lnSpc>
              <a:buNone/>
              <a:tabLst>
                <a:tab pos="0" algn="l"/>
              </a:tabLst>
            </a:pPr>
            <a:r>
              <a:rPr lang="en-US" sz="1300" b="1" strike="noStrike" spc="-1" dirty="0">
                <a:solidFill>
                  <a:schemeClr val="dk1"/>
                </a:solidFill>
                <a:latin typeface="Calibri"/>
              </a:rPr>
              <a:t>What was the project objective:</a:t>
            </a:r>
            <a:endParaRPr lang="en-US" sz="1300" spc="-1" dirty="0">
              <a:solidFill>
                <a:schemeClr val="dk1"/>
              </a:solidFill>
              <a:latin typeface="Calibri"/>
            </a:endParaRPr>
          </a:p>
          <a:p>
            <a:pPr indent="0" defTabSz="1219320">
              <a:lnSpc>
                <a:spcPct val="100000"/>
              </a:lnSpc>
              <a:buNone/>
              <a:tabLst>
                <a:tab pos="0" algn="l"/>
              </a:tabLst>
            </a:pPr>
            <a:r>
              <a:rPr lang="en-US" sz="1300" b="0" strike="noStrike" spc="-1" dirty="0">
                <a:solidFill>
                  <a:schemeClr val="dk1"/>
                </a:solidFill>
                <a:latin typeface="Calibri"/>
              </a:rPr>
              <a:t>Exploring modern Speech AI architectures suitable for a real-time cardiovascular conversational agent supporting -</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Edge deployment with low latency streaming interaction</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Multilingual communication (English, Hindi, other Indian languages in future)</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Natural, human-like doctor-patient convos with strong empathy support</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Clinically safe response generation</a:t>
            </a:r>
          </a:p>
          <a:p>
            <a:pPr marL="216000" indent="0" defTabSz="1219320">
              <a:lnSpc>
                <a:spcPct val="100000"/>
              </a:lnSpc>
              <a:buNone/>
              <a:tabLst>
                <a:tab pos="0" algn="l"/>
              </a:tabLst>
            </a:pPr>
            <a:endParaRPr lang="en-US" sz="1300" b="0" strike="noStrike" spc="-1" dirty="0">
              <a:solidFill>
                <a:schemeClr val="dk1"/>
              </a:solidFill>
              <a:latin typeface="Calibri"/>
            </a:endParaRPr>
          </a:p>
          <a:p>
            <a:pPr indent="0" defTabSz="1219320">
              <a:lnSpc>
                <a:spcPct val="100000"/>
              </a:lnSpc>
              <a:buNone/>
              <a:tabLst>
                <a:tab pos="0" algn="l"/>
              </a:tabLst>
            </a:pPr>
            <a:r>
              <a:rPr lang="en-US" sz="1300" b="1" strike="noStrike" spc="-1" dirty="0">
                <a:solidFill>
                  <a:schemeClr val="dk1"/>
                </a:solidFill>
                <a:latin typeface="Calibri"/>
              </a:rPr>
              <a:t>High level Approach / Steps followed:</a:t>
            </a:r>
            <a:endParaRPr lang="en-US" sz="1300" b="0" strike="noStrike" spc="-1" dirty="0">
              <a:solidFill>
                <a:schemeClr val="dk1"/>
              </a:solidFill>
              <a:latin typeface="Calibri"/>
            </a:endParaRP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Surveyed Literature of SOTA Speech AI systems – </a:t>
            </a:r>
            <a:r>
              <a:rPr lang="en-US" sz="900" b="0" strike="noStrike" spc="-1" dirty="0">
                <a:solidFill>
                  <a:schemeClr val="dk1"/>
                </a:solidFill>
                <a:latin typeface="Calibri"/>
              </a:rPr>
              <a:t>cascaded &amp; end-to-end (</a:t>
            </a:r>
            <a:r>
              <a:rPr lang="en-US" sz="900" b="0" u="sng" strike="noStrike" spc="-1" dirty="0">
                <a:solidFill>
                  <a:schemeClr val="dk1"/>
                </a:solidFill>
                <a:uFillTx/>
                <a:latin typeface="Calibri"/>
                <a:hlinkClick r:id="rId3"/>
              </a:rPr>
              <a:t>Comparative Study</a:t>
            </a:r>
            <a:r>
              <a:rPr lang="en-US" sz="900" b="0" u="sng" strike="noStrike" spc="-1" dirty="0">
                <a:solidFill>
                  <a:schemeClr val="dk1"/>
                </a:solidFill>
                <a:uFillTx/>
                <a:latin typeface="Calibri"/>
              </a:rPr>
              <a:t>)</a:t>
            </a:r>
            <a:endParaRPr lang="en-US" sz="900" b="0" strike="noStrike" spc="-1" dirty="0">
              <a:solidFill>
                <a:schemeClr val="dk1"/>
              </a:solidFill>
              <a:latin typeface="Calibri"/>
            </a:endParaRP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Design candidate pipelines </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Implement 2 basic systems </a:t>
            </a:r>
            <a:r>
              <a:rPr lang="en-US" sz="900" b="0" strike="noStrike" spc="-1" dirty="0">
                <a:solidFill>
                  <a:schemeClr val="dk1"/>
                </a:solidFill>
                <a:latin typeface="Calibri"/>
              </a:rPr>
              <a:t>(modular &amp; semi-modular)</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Evaluate on multilingual cardiovascular conversations – </a:t>
            </a:r>
            <a:r>
              <a:rPr lang="en-US" sz="900" b="0" strike="noStrike" spc="-1" dirty="0">
                <a:solidFill>
                  <a:schemeClr val="dk1"/>
                </a:solidFill>
                <a:latin typeface="Calibri"/>
              </a:rPr>
              <a:t>analyze latency, transcription quality, clinical safety, empathy, human likeliness (</a:t>
            </a:r>
            <a:r>
              <a:rPr lang="en-US" sz="900" b="0" u="sng" strike="noStrike" spc="-1" dirty="0">
                <a:solidFill>
                  <a:schemeClr val="dk1"/>
                </a:solidFill>
                <a:uFillTx/>
                <a:latin typeface="Calibri"/>
                <a:hlinkClick r:id="rId4"/>
              </a:rPr>
              <a:t>Assessment of implemented pipelines</a:t>
            </a:r>
            <a:r>
              <a:rPr lang="en-US" sz="900" b="0" strike="noStrike" spc="-1" dirty="0">
                <a:solidFill>
                  <a:schemeClr val="dk1"/>
                </a:solidFill>
                <a:latin typeface="Calibri"/>
              </a:rPr>
              <a:t>) </a:t>
            </a:r>
          </a:p>
          <a:p>
            <a:pPr marL="216000" indent="-216000" defTabSz="1219320">
              <a:lnSpc>
                <a:spcPct val="100000"/>
              </a:lnSpc>
              <a:spcBef>
                <a:spcPts val="0"/>
              </a:spcBef>
              <a:buClr>
                <a:srgbClr val="000000"/>
              </a:buClr>
              <a:buSzPct val="45000"/>
              <a:buFont typeface="Wingdings" charset="2"/>
              <a:buChar char=""/>
              <a:tabLst>
                <a:tab pos="0" algn="l"/>
              </a:tabLst>
            </a:pPr>
            <a:r>
              <a:rPr lang="en-US" sz="1300" b="0" strike="noStrike" spc="-1" dirty="0">
                <a:solidFill>
                  <a:schemeClr val="dk1"/>
                </a:solidFill>
                <a:latin typeface="Calibri"/>
              </a:rPr>
              <a:t>Optimizing frameworks on deployment, accuracy </a:t>
            </a:r>
          </a:p>
          <a:p>
            <a:pPr indent="0" defTabSz="1219320">
              <a:lnSpc>
                <a:spcPct val="100000"/>
              </a:lnSpc>
              <a:buNone/>
              <a:tabLst>
                <a:tab pos="0" algn="l"/>
              </a:tabLst>
            </a:pPr>
            <a:endParaRPr lang="en-US" sz="900" b="0" strike="noStrike" spc="-1" dirty="0">
              <a:solidFill>
                <a:schemeClr val="dk1"/>
              </a:solidFill>
              <a:latin typeface="Calibri"/>
            </a:endParaRPr>
          </a:p>
          <a:p>
            <a:pPr indent="0" defTabSz="1219320">
              <a:lnSpc>
                <a:spcPct val="100000"/>
              </a:lnSpc>
              <a:buNone/>
              <a:tabLst>
                <a:tab pos="0" algn="l"/>
              </a:tabLst>
            </a:pPr>
            <a:endParaRPr lang="en-US" sz="900" b="0" strike="noStrike" spc="-1" dirty="0">
              <a:solidFill>
                <a:schemeClr val="dk1"/>
              </a:solidFill>
              <a:latin typeface="Calibri"/>
            </a:endParaRPr>
          </a:p>
          <a:p>
            <a:pPr indent="0" defTabSz="1219320">
              <a:lnSpc>
                <a:spcPct val="100000"/>
              </a:lnSpc>
              <a:buNone/>
              <a:tabLst>
                <a:tab pos="0" algn="l"/>
              </a:tabLst>
            </a:pPr>
            <a:endParaRPr lang="en-US" sz="1300" b="0" strike="noStrike" spc="-1" dirty="0">
              <a:solidFill>
                <a:schemeClr val="dk1"/>
              </a:solidFill>
              <a:latin typeface="Calibri"/>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 name="PlaceHolder 1"/>
          <p:cNvSpPr>
            <a:spLocks noGrp="1"/>
          </p:cNvSpPr>
          <p:nvPr>
            <p:ph/>
          </p:nvPr>
        </p:nvSpPr>
        <p:spPr>
          <a:xfrm>
            <a:off x="294480" y="737895"/>
            <a:ext cx="8384700" cy="685800"/>
          </a:xfrm>
          <a:prstGeom prst="rect">
            <a:avLst/>
          </a:prstGeom>
          <a:noFill/>
          <a:ln w="0">
            <a:noFill/>
          </a:ln>
        </p:spPr>
        <p:txBody>
          <a:bodyPr lIns="0" tIns="17280" rIns="0" bIns="0" anchor="t">
            <a:noAutofit/>
          </a:bodyPr>
          <a:lstStyle/>
          <a:p>
            <a:pPr marL="343080" indent="-343080" defTabSz="914400">
              <a:lnSpc>
                <a:spcPct val="100000"/>
              </a:lnSpc>
              <a:buClr>
                <a:srgbClr val="4E84C4"/>
              </a:buClr>
              <a:buFont typeface="Arial"/>
              <a:buChar char="•"/>
            </a:pPr>
            <a:r>
              <a:rPr lang="en-US" sz="1500" b="1" strike="noStrike" spc="-1" dirty="0">
                <a:solidFill>
                  <a:schemeClr val="accent1"/>
                </a:solidFill>
                <a:latin typeface="Calibri"/>
                <a:ea typeface="Calibri"/>
              </a:rPr>
              <a:t>What was the Proposed Solution</a:t>
            </a:r>
          </a:p>
          <a:p>
            <a:pPr marL="0" indent="0" defTabSz="914400">
              <a:lnSpc>
                <a:spcPct val="100000"/>
              </a:lnSpc>
              <a:buClr>
                <a:srgbClr val="4E84C4"/>
              </a:buClr>
              <a:buNone/>
            </a:pPr>
            <a:r>
              <a:rPr lang="en-US" sz="1300" b="0" strike="noStrike" spc="-1" dirty="0">
                <a:solidFill>
                  <a:srgbClr val="000000"/>
                </a:solidFill>
                <a:latin typeface="Calibri"/>
                <a:ea typeface="Calibri"/>
              </a:rPr>
              <a:t>Designed, implemented and evaluated Speech AI pipelines for integration in multilingual cardiovascular conversation agents</a:t>
            </a:r>
            <a:endParaRPr lang="en-US" sz="1300" b="0" strike="noStrike" spc="-1" dirty="0">
              <a:solidFill>
                <a:schemeClr val="dk1"/>
              </a:solidFill>
              <a:latin typeface="Calibri"/>
            </a:endParaRPr>
          </a:p>
          <a:p>
            <a:pPr marL="432000" indent="0" defTabSz="1219320">
              <a:buNone/>
              <a:tabLst>
                <a:tab pos="0" algn="l"/>
              </a:tabLst>
            </a:pPr>
            <a:endParaRPr lang="en-US" sz="1300" b="0" strike="noStrike" spc="-1" dirty="0">
              <a:solidFill>
                <a:schemeClr val="dk1"/>
              </a:solidFill>
              <a:latin typeface="Calibri"/>
            </a:endParaRPr>
          </a:p>
          <a:p>
            <a:pPr marL="432000" indent="0" defTabSz="1219320">
              <a:buNone/>
              <a:tabLst>
                <a:tab pos="0" algn="l"/>
              </a:tabLst>
            </a:pPr>
            <a:r>
              <a:rPr lang="en-US" sz="1300" b="0" strike="noStrike" spc="-1" dirty="0">
                <a:solidFill>
                  <a:srgbClr val="000000"/>
                </a:solidFill>
                <a:latin typeface="Calibri"/>
                <a:ea typeface="Calibri"/>
              </a:rPr>
              <a:t> </a:t>
            </a:r>
            <a:endParaRPr lang="en-US" sz="1300" b="0" strike="noStrike" spc="-1" dirty="0">
              <a:solidFill>
                <a:schemeClr val="dk1"/>
              </a:solidFill>
              <a:latin typeface="Calibri"/>
            </a:endParaRPr>
          </a:p>
          <a:p>
            <a:pPr marL="343080" indent="0" defTabSz="914400">
              <a:lnSpc>
                <a:spcPct val="100000"/>
              </a:lnSpc>
              <a:buNone/>
            </a:pPr>
            <a:r>
              <a:rPr lang="en-US" sz="2000" b="0" strike="noStrike" spc="-1" dirty="0">
                <a:solidFill>
                  <a:schemeClr val="accent1"/>
                </a:solidFill>
                <a:latin typeface="Calibri"/>
                <a:ea typeface="Calibri"/>
              </a:rPr>
              <a:t> </a:t>
            </a:r>
            <a:endParaRPr lang="en-US" sz="2000" b="0" strike="noStrike" spc="-1" dirty="0">
              <a:solidFill>
                <a:schemeClr val="dk1"/>
              </a:solidFill>
              <a:latin typeface="Calibri"/>
            </a:endParaRPr>
          </a:p>
          <a:p>
            <a:pPr marL="343080" indent="0" defTabSz="914400">
              <a:lnSpc>
                <a:spcPct val="100000"/>
              </a:lnSpc>
              <a:buNone/>
            </a:pPr>
            <a:endParaRPr lang="en-US" sz="2000" b="0" strike="noStrike" spc="-1" dirty="0">
              <a:solidFill>
                <a:schemeClr val="dk1"/>
              </a:solidFill>
              <a:latin typeface="Calibri"/>
            </a:endParaRPr>
          </a:p>
          <a:p>
            <a:pPr marL="343080" indent="0" defTabSz="914400">
              <a:lnSpc>
                <a:spcPct val="100000"/>
              </a:lnSpc>
              <a:buNone/>
            </a:pPr>
            <a:endParaRPr lang="en-US" sz="2000" b="0" strike="noStrike" spc="-1" dirty="0">
              <a:solidFill>
                <a:schemeClr val="dk1"/>
              </a:solidFill>
              <a:latin typeface="Calibri"/>
            </a:endParaRPr>
          </a:p>
        </p:txBody>
      </p:sp>
      <p:sp>
        <p:nvSpPr>
          <p:cNvPr id="1116" name="TextBox 5"/>
          <p:cNvSpPr/>
          <p:nvPr/>
        </p:nvSpPr>
        <p:spPr>
          <a:xfrm>
            <a:off x="2014560" y="426240"/>
            <a:ext cx="5918400" cy="34030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ts val="1500"/>
              </a:lnSpc>
            </a:pPr>
            <a:r>
              <a:rPr lang="en-US" sz="3200" b="0" strike="noStrike" spc="-1" dirty="0">
                <a:solidFill>
                  <a:schemeClr val="dk1"/>
                </a:solidFill>
                <a:latin typeface="Calibri"/>
              </a:rPr>
              <a:t>Implementation Framework</a:t>
            </a:r>
            <a:endParaRPr lang="en-US" sz="3200" b="0" strike="noStrike" spc="-1" dirty="0">
              <a:solidFill>
                <a:srgbClr val="000000"/>
              </a:solidFill>
              <a:latin typeface="Arial"/>
            </a:endParaRPr>
          </a:p>
        </p:txBody>
      </p:sp>
      <p:graphicFrame>
        <p:nvGraphicFramePr>
          <p:cNvPr id="1117" name="Table 1116"/>
          <p:cNvGraphicFramePr/>
          <p:nvPr>
            <p:extLst>
              <p:ext uri="{D42A27DB-BD31-4B8C-83A1-F6EECF244321}">
                <p14:modId xmlns:p14="http://schemas.microsoft.com/office/powerpoint/2010/main" val="201890164"/>
              </p:ext>
            </p:extLst>
          </p:nvPr>
        </p:nvGraphicFramePr>
        <p:xfrm>
          <a:off x="184911" y="1642874"/>
          <a:ext cx="8959089" cy="1219200"/>
        </p:xfrm>
        <a:graphic>
          <a:graphicData uri="http://schemas.openxmlformats.org/drawingml/2006/table">
            <a:tbl>
              <a:tblPr/>
              <a:tblGrid>
                <a:gridCol w="1808279">
                  <a:extLst>
                    <a:ext uri="{9D8B030D-6E8A-4147-A177-3AD203B41FA5}">
                      <a16:colId xmlns:a16="http://schemas.microsoft.com/office/drawing/2014/main" val="20000"/>
                    </a:ext>
                  </a:extLst>
                </a:gridCol>
                <a:gridCol w="2494874">
                  <a:extLst>
                    <a:ext uri="{9D8B030D-6E8A-4147-A177-3AD203B41FA5}">
                      <a16:colId xmlns:a16="http://schemas.microsoft.com/office/drawing/2014/main" val="20001"/>
                    </a:ext>
                  </a:extLst>
                </a:gridCol>
                <a:gridCol w="2009380">
                  <a:extLst>
                    <a:ext uri="{9D8B030D-6E8A-4147-A177-3AD203B41FA5}">
                      <a16:colId xmlns:a16="http://schemas.microsoft.com/office/drawing/2014/main" val="2486462416"/>
                    </a:ext>
                  </a:extLst>
                </a:gridCol>
                <a:gridCol w="2646556">
                  <a:extLst>
                    <a:ext uri="{9D8B030D-6E8A-4147-A177-3AD203B41FA5}">
                      <a16:colId xmlns:a16="http://schemas.microsoft.com/office/drawing/2014/main" val="3783996016"/>
                    </a:ext>
                  </a:extLst>
                </a:gridCol>
              </a:tblGrid>
              <a:tr h="978825">
                <a:tc>
                  <a:txBody>
                    <a:bodyPr/>
                    <a:lstStyle/>
                    <a:p>
                      <a:pPr marL="0" indent="0">
                        <a:buClr>
                          <a:srgbClr val="000000"/>
                        </a:buClr>
                        <a:buSzPct val="45000"/>
                        <a:buFont typeface="Wingdings" charset="2"/>
                        <a:buNone/>
                      </a:pPr>
                      <a:r>
                        <a:rPr lang="en-US" sz="1400" b="1" strike="noStrike" spc="-1" dirty="0">
                          <a:solidFill>
                            <a:srgbClr val="FFFFFF"/>
                          </a:solidFill>
                          <a:latin typeface="Arial"/>
                        </a:rPr>
                        <a:t>Speech Processing</a:t>
                      </a:r>
                      <a:endParaRPr lang="en-US" sz="1400" b="0" strike="noStrike" spc="-1" dirty="0">
                        <a:solidFill>
                          <a:srgbClr val="FFFFFF"/>
                        </a:solidFill>
                        <a:latin typeface="Arial"/>
                      </a:endParaRPr>
                    </a:p>
                    <a:p>
                      <a:pPr marL="216000" indent="-216000">
                        <a:buClr>
                          <a:srgbClr val="000000"/>
                        </a:buClr>
                        <a:buSzPct val="45000"/>
                        <a:buFont typeface="Wingdings" charset="2"/>
                        <a:buChar char=""/>
                      </a:pPr>
                      <a:r>
                        <a:rPr lang="en-US" sz="1200" b="0" strike="noStrike" spc="-1" dirty="0" err="1">
                          <a:solidFill>
                            <a:srgbClr val="FFFFFF"/>
                          </a:solidFill>
                          <a:latin typeface="Arial"/>
                        </a:rPr>
                        <a:t>Silero</a:t>
                      </a:r>
                      <a:r>
                        <a:rPr lang="en-US" sz="1200" b="0" strike="noStrike" spc="-1" dirty="0">
                          <a:solidFill>
                            <a:srgbClr val="FFFFFF"/>
                          </a:solidFill>
                          <a:latin typeface="Arial"/>
                        </a:rPr>
                        <a:t> Vad</a:t>
                      </a:r>
                    </a:p>
                    <a:p>
                      <a:pPr marL="216000" indent="-216000">
                        <a:buClr>
                          <a:srgbClr val="000000"/>
                        </a:buClr>
                        <a:buSzPct val="45000"/>
                        <a:buFont typeface="Wingdings" charset="2"/>
                        <a:buChar char=""/>
                      </a:pPr>
                      <a:r>
                        <a:rPr lang="en-US" sz="1200" b="0" strike="noStrike" spc="-1" dirty="0">
                          <a:solidFill>
                            <a:srgbClr val="FFFFFF"/>
                          </a:solidFill>
                          <a:latin typeface="Arial"/>
                        </a:rPr>
                        <a:t>Whisper Large-v3-turbo</a:t>
                      </a:r>
                    </a:p>
                    <a:p>
                      <a:pPr marL="216000" indent="-216000">
                        <a:buClr>
                          <a:srgbClr val="000000"/>
                        </a:buClr>
                        <a:buSzPct val="45000"/>
                        <a:buFont typeface="Wingdings" charset="2"/>
                        <a:buChar char=""/>
                      </a:pPr>
                      <a:r>
                        <a:rPr lang="en-US" sz="1200" b="0" strike="noStrike" spc="-1" dirty="0">
                          <a:solidFill>
                            <a:srgbClr val="FFFFFF"/>
                          </a:solidFill>
                          <a:latin typeface="Arial"/>
                        </a:rPr>
                        <a:t>Coqui XTTS-v2</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0938A"/>
                    </a:solidFill>
                  </a:tcPr>
                </a:tc>
                <a:tc>
                  <a:txBody>
                    <a:bodyPr/>
                    <a:lstStyle/>
                    <a:p>
                      <a:r>
                        <a:rPr lang="en-US" sz="1400" b="1" strike="noStrike" spc="-1" dirty="0">
                          <a:solidFill>
                            <a:srgbClr val="FFFFFF"/>
                          </a:solidFill>
                          <a:latin typeface="Arial"/>
                        </a:rPr>
                        <a:t>Language Models</a:t>
                      </a:r>
                      <a:endParaRPr lang="en-US" sz="1400" b="0" strike="noStrike" spc="-1" dirty="0">
                        <a:solidFill>
                          <a:srgbClr val="FFFFFF"/>
                        </a:solidFill>
                        <a:latin typeface="Arial"/>
                      </a:endParaRPr>
                    </a:p>
                    <a:p>
                      <a:pPr marL="216000" indent="-216000">
                        <a:buClr>
                          <a:srgbClr val="000000"/>
                        </a:buClr>
                        <a:buSzPct val="45000"/>
                        <a:buFont typeface="Wingdings" charset="2"/>
                        <a:buChar char=""/>
                      </a:pPr>
                      <a:r>
                        <a:rPr lang="en-US" sz="1200" b="0" strike="noStrike" spc="-1" dirty="0">
                          <a:solidFill>
                            <a:srgbClr val="FFFFFF"/>
                          </a:solidFill>
                          <a:latin typeface="Arial"/>
                        </a:rPr>
                        <a:t>NVIDIA </a:t>
                      </a:r>
                      <a:r>
                        <a:rPr lang="en-US" sz="1200" b="0" strike="noStrike" spc="-1" dirty="0" err="1">
                          <a:solidFill>
                            <a:srgbClr val="FFFFFF"/>
                          </a:solidFill>
                          <a:latin typeface="Arial"/>
                        </a:rPr>
                        <a:t>Nemotron</a:t>
                      </a:r>
                      <a:r>
                        <a:rPr lang="en-US" sz="1200" b="0" strike="noStrike" spc="-1" dirty="0">
                          <a:solidFill>
                            <a:srgbClr val="FFFFFF"/>
                          </a:solidFill>
                          <a:latin typeface="Arial"/>
                        </a:rPr>
                        <a:t> 4B Hindi Mini Instruct</a:t>
                      </a:r>
                    </a:p>
                    <a:p>
                      <a:pPr marL="216000" indent="-216000">
                        <a:buClr>
                          <a:srgbClr val="000000"/>
                        </a:buClr>
                        <a:buSzPct val="45000"/>
                        <a:buFont typeface="Wingdings" charset="2"/>
                        <a:buChar char=""/>
                      </a:pPr>
                      <a:r>
                        <a:rPr lang="en-US" sz="1200" b="0" strike="noStrike" spc="-1" dirty="0">
                          <a:solidFill>
                            <a:srgbClr val="FFFFFF"/>
                          </a:solidFill>
                          <a:latin typeface="Arial"/>
                        </a:rPr>
                        <a:t>Gemma Audio</a:t>
                      </a:r>
                    </a:p>
                  </a:txBody>
                  <a:tcPr marL="36000" marR="36000">
                    <a:lnL w="7200">
                      <a:solidFill>
                        <a:srgbClr val="FFFFFF"/>
                      </a:solidFill>
                      <a:prstDash val="solid"/>
                    </a:lnL>
                    <a:lnR w="7200" cap="flat" cmpd="sng" algn="ctr">
                      <a:solidFill>
                        <a:srgbClr val="FFFFFF"/>
                      </a:solidFill>
                      <a:prstDash val="solid"/>
                      <a:round/>
                      <a:headEnd type="none" w="med" len="med"/>
                      <a:tailEnd type="none" w="med" len="med"/>
                    </a:lnR>
                    <a:lnT w="7200">
                      <a:solidFill>
                        <a:srgbClr val="FFFFFF"/>
                      </a:solidFill>
                      <a:prstDash val="solid"/>
                    </a:lnT>
                    <a:lnB w="7200">
                      <a:solidFill>
                        <a:srgbClr val="FFFFFF"/>
                      </a:solidFill>
                      <a:prstDash val="solid"/>
                    </a:lnB>
                    <a:solidFill>
                      <a:srgbClr val="50938A"/>
                    </a:solidFill>
                  </a:tcPr>
                </a:tc>
                <a:tc>
                  <a:txBody>
                    <a:bodyPr/>
                    <a:lstStyle/>
                    <a:p>
                      <a:r>
                        <a:rPr lang="en-US" sz="1400" b="1" strike="noStrike" spc="-1" dirty="0">
                          <a:solidFill>
                            <a:schemeClr val="bg2"/>
                          </a:solidFill>
                          <a:latin typeface="Arial"/>
                        </a:rPr>
                        <a:t>Frameworks</a:t>
                      </a:r>
                      <a:endParaRPr lang="en-US" sz="1400" b="0" strike="noStrike" spc="-1" dirty="0">
                        <a:solidFill>
                          <a:schemeClr val="bg2"/>
                        </a:solidFill>
                        <a:latin typeface="Arial"/>
                      </a:endParaRPr>
                    </a:p>
                    <a:p>
                      <a:pPr marL="0" indent="0">
                        <a:buClr>
                          <a:srgbClr val="000000"/>
                        </a:buClr>
                        <a:buSzPct val="45000"/>
                        <a:buFont typeface="Wingdings" charset="2"/>
                        <a:buNone/>
                      </a:pPr>
                      <a:r>
                        <a:rPr lang="en-US" sz="1200" b="0" strike="noStrike" spc="-1" dirty="0" err="1">
                          <a:solidFill>
                            <a:schemeClr val="bg2"/>
                          </a:solidFill>
                          <a:latin typeface="Arial"/>
                        </a:rPr>
                        <a:t>PyTorch</a:t>
                      </a:r>
                      <a:r>
                        <a:rPr lang="en-US" sz="1200" b="0" strike="noStrike" spc="-1" dirty="0">
                          <a:solidFill>
                            <a:schemeClr val="bg2"/>
                          </a:solidFill>
                          <a:latin typeface="Arial"/>
                        </a:rPr>
                        <a:t>, CUDA, Conda, </a:t>
                      </a:r>
                      <a:r>
                        <a:rPr lang="en-US" sz="1200" b="0" strike="noStrike" spc="-1" dirty="0" err="1">
                          <a:solidFill>
                            <a:schemeClr val="bg2"/>
                          </a:solidFill>
                          <a:latin typeface="Arial"/>
                        </a:rPr>
                        <a:t>HuggingsFace</a:t>
                      </a:r>
                      <a:r>
                        <a:rPr lang="en-US" sz="1200" b="0" strike="noStrike" spc="-1" dirty="0">
                          <a:solidFill>
                            <a:schemeClr val="bg2"/>
                          </a:solidFill>
                          <a:latin typeface="Arial"/>
                        </a:rPr>
                        <a:t> Transformers</a:t>
                      </a:r>
                    </a:p>
                  </a:txBody>
                  <a:tcPr marL="36000" marR="36000">
                    <a:lnL w="7200">
                      <a:solidFill>
                        <a:srgbClr val="FFFFFF"/>
                      </a:solidFill>
                      <a:prstDash val="solid"/>
                    </a:lnL>
                    <a:lnR w="7200" cap="flat" cmpd="sng" algn="ctr">
                      <a:solidFill>
                        <a:srgbClr val="FFFFFF"/>
                      </a:solidFill>
                      <a:prstDash val="solid"/>
                      <a:round/>
                      <a:headEnd type="none" w="med" len="med"/>
                      <a:tailEnd type="none" w="med" len="med"/>
                    </a:lnR>
                    <a:lnT w="7200">
                      <a:solidFill>
                        <a:srgbClr val="FFFFFF"/>
                      </a:solidFill>
                      <a:prstDash val="solid"/>
                    </a:lnT>
                    <a:lnB w="7200" cap="flat" cmpd="sng" algn="ctr">
                      <a:solidFill>
                        <a:srgbClr val="FFFFFF"/>
                      </a:solidFill>
                      <a:prstDash val="solid"/>
                      <a:round/>
                      <a:headEnd type="none" w="med" len="med"/>
                      <a:tailEnd type="none" w="med" len="med"/>
                    </a:lnB>
                    <a:solidFill>
                      <a:srgbClr val="50938A"/>
                    </a:solidFill>
                  </a:tcPr>
                </a:tc>
                <a:tc>
                  <a:txBody>
                    <a:bodyPr/>
                    <a:lstStyle/>
                    <a:p>
                      <a:r>
                        <a:rPr lang="en-US" sz="1400" b="1" strike="noStrike" spc="-1" dirty="0">
                          <a:solidFill>
                            <a:schemeClr val="bg2"/>
                          </a:solidFill>
                          <a:latin typeface="Arial"/>
                        </a:rPr>
                        <a:t>Evaluation</a:t>
                      </a:r>
                      <a:endParaRPr lang="en-US" sz="1400" b="0" strike="noStrike" spc="-1" dirty="0">
                        <a:solidFill>
                          <a:schemeClr val="bg2"/>
                        </a:solidFill>
                        <a:latin typeface="Arial"/>
                      </a:endParaRPr>
                    </a:p>
                    <a:p>
                      <a:pPr marL="216000" indent="-216000">
                        <a:buClr>
                          <a:srgbClr val="000000"/>
                        </a:buClr>
                        <a:buSzPct val="45000"/>
                        <a:buFont typeface="Wingdings" charset="2"/>
                        <a:buChar char=""/>
                      </a:pPr>
                      <a:r>
                        <a:rPr lang="en-US" sz="1200" b="0" strike="noStrike" spc="-1" dirty="0">
                          <a:solidFill>
                            <a:schemeClr val="bg2"/>
                          </a:solidFill>
                          <a:latin typeface="Arial"/>
                        </a:rPr>
                        <a:t>Word &amp; Character Error Rate</a:t>
                      </a:r>
                    </a:p>
                    <a:p>
                      <a:pPr marL="216000" indent="-216000">
                        <a:buClr>
                          <a:srgbClr val="000000"/>
                        </a:buClr>
                        <a:buSzPct val="45000"/>
                        <a:buFont typeface="Wingdings" charset="2"/>
                        <a:buChar char=""/>
                      </a:pPr>
                      <a:r>
                        <a:rPr lang="en-US" sz="1200" b="0" strike="noStrike" spc="-1" dirty="0">
                          <a:solidFill>
                            <a:schemeClr val="bg2"/>
                          </a:solidFill>
                          <a:latin typeface="Arial"/>
                        </a:rPr>
                        <a:t>Time to First Audio (TTFA)</a:t>
                      </a:r>
                    </a:p>
                    <a:p>
                      <a:pPr marL="216000" indent="-216000">
                        <a:buClr>
                          <a:srgbClr val="000000"/>
                        </a:buClr>
                        <a:buSzPct val="45000"/>
                        <a:buFont typeface="Wingdings" charset="2"/>
                        <a:buChar char=""/>
                      </a:pPr>
                      <a:r>
                        <a:rPr lang="en-US" sz="1200" b="0" strike="noStrike" spc="-1" dirty="0">
                          <a:solidFill>
                            <a:schemeClr val="bg2"/>
                          </a:solidFill>
                          <a:latin typeface="Arial"/>
                        </a:rPr>
                        <a:t>Uniform Processing Latency</a:t>
                      </a:r>
                    </a:p>
                    <a:p>
                      <a:pPr marL="216000" marR="0" lvl="0" indent="-216000" algn="l" defTabSz="914400" rtl="0" eaLnBrk="1" fontAlgn="auto" latinLnBrk="0" hangingPunct="1">
                        <a:lnSpc>
                          <a:spcPct val="100000"/>
                        </a:lnSpc>
                        <a:spcBef>
                          <a:spcPts val="0"/>
                        </a:spcBef>
                        <a:spcAft>
                          <a:spcPts val="0"/>
                        </a:spcAft>
                        <a:buClr>
                          <a:srgbClr val="000000"/>
                        </a:buClr>
                        <a:buSzPct val="45000"/>
                        <a:buFont typeface="Wingdings" charset="2"/>
                        <a:buChar char=""/>
                        <a:tabLst/>
                        <a:defRPr/>
                      </a:pPr>
                      <a:r>
                        <a:rPr lang="en-US" sz="1200" b="0" strike="noStrike" spc="-1" dirty="0">
                          <a:solidFill>
                            <a:schemeClr val="bg2"/>
                          </a:solidFill>
                          <a:latin typeface="Arial"/>
                        </a:rPr>
                        <a:t>Subjective Assessment of empathy, clinical safety</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cap="flat" cmpd="sng" algn="ctr">
                      <a:solidFill>
                        <a:srgbClr val="FFFFFF"/>
                      </a:solidFill>
                      <a:prstDash val="solid"/>
                      <a:round/>
                      <a:headEnd type="none" w="med" len="med"/>
                      <a:tailEnd type="none" w="med" len="med"/>
                    </a:lnB>
                    <a:solidFill>
                      <a:srgbClr val="50938A"/>
                    </a:solidFill>
                  </a:tcPr>
                </a:tc>
                <a:extLst>
                  <a:ext uri="{0D108BD9-81ED-4DB2-BD59-A6C34878D82A}">
                    <a16:rowId xmlns:a16="http://schemas.microsoft.com/office/drawing/2014/main" val="10000"/>
                  </a:ext>
                </a:extLst>
              </a:tr>
            </a:tbl>
          </a:graphicData>
        </a:graphic>
      </p:graphicFrame>
      <p:sp>
        <p:nvSpPr>
          <p:cNvPr id="1118" name="PlaceHolder 4"/>
          <p:cNvSpPr txBox="1"/>
          <p:nvPr/>
        </p:nvSpPr>
        <p:spPr>
          <a:xfrm>
            <a:off x="294480" y="3029560"/>
            <a:ext cx="8849520" cy="324002"/>
          </a:xfrm>
          <a:prstGeom prst="rect">
            <a:avLst/>
          </a:prstGeom>
          <a:noFill/>
          <a:ln w="0">
            <a:noFill/>
          </a:ln>
        </p:spPr>
        <p:txBody>
          <a:bodyPr lIns="0" tIns="17280" rIns="0" bIns="0" anchor="t">
            <a:noAutofit/>
          </a:bodyPr>
          <a:lstStyle/>
          <a:p>
            <a:pPr marL="343080" indent="-343080" defTabSz="914400">
              <a:lnSpc>
                <a:spcPct val="100000"/>
              </a:lnSpc>
              <a:buClr>
                <a:srgbClr val="4E84C4"/>
              </a:buClr>
              <a:buFont typeface="Arial"/>
              <a:buChar char="•"/>
            </a:pPr>
            <a:r>
              <a:rPr lang="en-US" sz="1500" b="1" strike="noStrike" spc="-1" dirty="0">
                <a:solidFill>
                  <a:schemeClr val="accent1"/>
                </a:solidFill>
                <a:latin typeface="Calibri"/>
                <a:ea typeface="Calibri"/>
              </a:rPr>
              <a:t>Methodologies Applied</a:t>
            </a:r>
            <a:endParaRPr lang="en-US" sz="1500" b="1" strike="noStrike" spc="-1" dirty="0">
              <a:solidFill>
                <a:schemeClr val="dk1"/>
              </a:solidFill>
              <a:latin typeface="Calibri"/>
            </a:endParaRPr>
          </a:p>
          <a:p>
            <a:pPr defTabSz="914400">
              <a:lnSpc>
                <a:spcPct val="100000"/>
              </a:lnSpc>
              <a:buClr>
                <a:srgbClr val="4E84C4"/>
              </a:buClr>
            </a:pPr>
            <a:endParaRPr lang="en-US" sz="1200" b="0" strike="noStrike" spc="-1" dirty="0">
              <a:solidFill>
                <a:schemeClr val="dk1"/>
              </a:solidFill>
              <a:latin typeface="Calibri"/>
            </a:endParaRPr>
          </a:p>
          <a:p>
            <a:pPr marL="343080" indent="-343080" defTabSz="914400">
              <a:lnSpc>
                <a:spcPct val="100000"/>
              </a:lnSpc>
              <a:buClr>
                <a:srgbClr val="4E84C4"/>
              </a:buClr>
              <a:buFont typeface="Arial"/>
              <a:buChar char="•"/>
            </a:pPr>
            <a:endParaRPr lang="en-US" sz="1400" b="0" strike="noStrike" spc="-1" dirty="0">
              <a:solidFill>
                <a:schemeClr val="dk1"/>
              </a:solidFill>
              <a:latin typeface="Calibri"/>
            </a:endParaRPr>
          </a:p>
        </p:txBody>
      </p:sp>
      <p:sp>
        <p:nvSpPr>
          <p:cNvPr id="1119" name="PlaceHolder 5"/>
          <p:cNvSpPr txBox="1"/>
          <p:nvPr/>
        </p:nvSpPr>
        <p:spPr>
          <a:xfrm>
            <a:off x="269400" y="1408088"/>
            <a:ext cx="8580120" cy="296007"/>
          </a:xfrm>
          <a:prstGeom prst="rect">
            <a:avLst/>
          </a:prstGeom>
          <a:noFill/>
          <a:ln w="0">
            <a:noFill/>
          </a:ln>
        </p:spPr>
        <p:txBody>
          <a:bodyPr lIns="0" tIns="17280" rIns="0" bIns="0" anchor="t">
            <a:noAutofit/>
          </a:bodyPr>
          <a:lstStyle/>
          <a:p>
            <a:pPr marL="343080" indent="-343080" defTabSz="914400">
              <a:lnSpc>
                <a:spcPct val="100000"/>
              </a:lnSpc>
              <a:buClr>
                <a:srgbClr val="4E84C4"/>
              </a:buClr>
              <a:buFont typeface="Arial"/>
              <a:buChar char="•"/>
            </a:pPr>
            <a:r>
              <a:rPr lang="en-US" sz="1500" b="1" strike="noStrike" spc="-1" dirty="0">
                <a:solidFill>
                  <a:schemeClr val="accent1"/>
                </a:solidFill>
                <a:latin typeface="Calibri"/>
                <a:ea typeface="Calibri"/>
              </a:rPr>
              <a:t>Tools &amp; Technologies used</a:t>
            </a:r>
            <a:endParaRPr lang="en-US" sz="1500" b="1" strike="noStrike" spc="-1" dirty="0">
              <a:solidFill>
                <a:schemeClr val="dk1"/>
              </a:solidFill>
              <a:latin typeface="Calibri"/>
            </a:endParaRPr>
          </a:p>
        </p:txBody>
      </p:sp>
      <p:graphicFrame>
        <p:nvGraphicFramePr>
          <p:cNvPr id="1120" name="Chart 1119"/>
          <p:cNvGraphicFramePr/>
          <p:nvPr/>
        </p:nvGraphicFramePr>
        <p:xfrm>
          <a:off x="1708560" y="4119840"/>
          <a:ext cx="7560" cy="7560"/>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a:extLst>
              <a:ext uri="{FF2B5EF4-FFF2-40B4-BE49-F238E27FC236}">
                <a16:creationId xmlns:a16="http://schemas.microsoft.com/office/drawing/2014/main" id="{2F66B451-25EC-A33A-0DAC-8D76799976A1}"/>
              </a:ext>
            </a:extLst>
          </p:cNvPr>
          <p:cNvPicPr>
            <a:picLocks noChangeAspect="1"/>
          </p:cNvPicPr>
          <p:nvPr/>
        </p:nvPicPr>
        <p:blipFill>
          <a:blip r:embed="rId3"/>
          <a:srcRect t="18467" b="20910"/>
          <a:stretch>
            <a:fillRect/>
          </a:stretch>
        </p:blipFill>
        <p:spPr>
          <a:xfrm>
            <a:off x="54831" y="4070733"/>
            <a:ext cx="9219248" cy="955961"/>
          </a:xfrm>
          <a:prstGeom prst="rect">
            <a:avLst/>
          </a:prstGeom>
        </p:spPr>
      </p:pic>
      <p:pic>
        <p:nvPicPr>
          <p:cNvPr id="8" name="Picture 7">
            <a:extLst>
              <a:ext uri="{FF2B5EF4-FFF2-40B4-BE49-F238E27FC236}">
                <a16:creationId xmlns:a16="http://schemas.microsoft.com/office/drawing/2014/main" id="{3DF15E1F-2445-93F8-548B-B2525A3C8170}"/>
              </a:ext>
            </a:extLst>
          </p:cNvPr>
          <p:cNvPicPr>
            <a:picLocks noChangeAspect="1"/>
          </p:cNvPicPr>
          <p:nvPr/>
        </p:nvPicPr>
        <p:blipFill>
          <a:blip r:embed="rId4"/>
          <a:srcRect l="-1652" t="15305" r="1652" b="16771"/>
          <a:stretch>
            <a:fillRect/>
          </a:stretch>
        </p:blipFill>
        <p:spPr>
          <a:xfrm>
            <a:off x="-60055" y="3037588"/>
            <a:ext cx="9093770" cy="10251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 name="PlaceHolder 1"/>
          <p:cNvSpPr>
            <a:spLocks noGrp="1"/>
          </p:cNvSpPr>
          <p:nvPr>
            <p:ph type="title"/>
          </p:nvPr>
        </p:nvSpPr>
        <p:spPr>
          <a:xfrm>
            <a:off x="2230783" y="95716"/>
            <a:ext cx="5265000" cy="552960"/>
          </a:xfrm>
          <a:prstGeom prst="rect">
            <a:avLst/>
          </a:prstGeom>
          <a:noFill/>
          <a:ln w="0">
            <a:noFill/>
          </a:ln>
        </p:spPr>
        <p:txBody>
          <a:bodyPr lIns="0" tIns="12240" rIns="0" bIns="0" anchor="t">
            <a:noAutofit/>
          </a:bodyPr>
          <a:lstStyle/>
          <a:p>
            <a:pPr indent="0" defTabSz="914400">
              <a:lnSpc>
                <a:spcPct val="100000"/>
              </a:lnSpc>
              <a:buNone/>
              <a:tabLst>
                <a:tab pos="0" algn="l"/>
              </a:tabLst>
            </a:pPr>
            <a:r>
              <a:rPr lang="en-US" sz="3200" b="0" strike="noStrike" spc="-7" dirty="0">
                <a:solidFill>
                  <a:schemeClr val="dk1"/>
                </a:solidFill>
                <a:latin typeface="Calibri"/>
              </a:rPr>
              <a:t>Outcome &amp; Learnings</a:t>
            </a:r>
            <a:endParaRPr lang="en-US" sz="3200" b="0" strike="noStrike" spc="-1" dirty="0">
              <a:solidFill>
                <a:srgbClr val="000000"/>
              </a:solidFill>
              <a:latin typeface="Arial"/>
            </a:endParaRPr>
          </a:p>
        </p:txBody>
      </p:sp>
      <p:sp>
        <p:nvSpPr>
          <p:cNvPr id="1122" name="PlaceHolder 2"/>
          <p:cNvSpPr>
            <a:spLocks noGrp="1"/>
          </p:cNvSpPr>
          <p:nvPr>
            <p:ph/>
          </p:nvPr>
        </p:nvSpPr>
        <p:spPr>
          <a:xfrm>
            <a:off x="135073" y="677770"/>
            <a:ext cx="8873854" cy="361916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lIns="0" tIns="17280" rIns="0" bIns="0" anchor="t">
            <a:noAutofit/>
          </a:bodyPr>
          <a:lstStyle/>
          <a:p>
            <a:pPr marL="343080" indent="-343080" defTabSz="1219320">
              <a:lnSpc>
                <a:spcPct val="100000"/>
              </a:lnSpc>
              <a:buClr>
                <a:srgbClr val="4E84C4"/>
              </a:buClr>
              <a:buFont typeface="Arial"/>
              <a:buChar char="•"/>
            </a:pPr>
            <a:r>
              <a:rPr lang="en-US" sz="2200" b="1" strike="noStrike" spc="-1" dirty="0">
                <a:solidFill>
                  <a:schemeClr val="bg2"/>
                </a:solidFill>
                <a:latin typeface="Calibri"/>
              </a:rPr>
              <a:t>Results achieved </a:t>
            </a:r>
          </a:p>
          <a:p>
            <a:pPr marL="0" indent="0" defTabSz="1219320">
              <a:lnSpc>
                <a:spcPct val="100000"/>
              </a:lnSpc>
              <a:buClr>
                <a:srgbClr val="4E84C4"/>
              </a:buClr>
              <a:buNone/>
            </a:pPr>
            <a:r>
              <a:rPr lang="en-IN" sz="1800" b="1" dirty="0"/>
              <a:t>Pipeline 1 (Whisper + </a:t>
            </a:r>
            <a:r>
              <a:rPr lang="en-IN" sz="1800" b="1" dirty="0" err="1"/>
              <a:t>Nemotron</a:t>
            </a:r>
            <a:r>
              <a:rPr lang="en-IN" sz="1800" b="1" dirty="0"/>
              <a:t>):</a:t>
            </a:r>
            <a:endParaRPr lang="en-IN" sz="1800" dirty="0"/>
          </a:p>
          <a:p>
            <a:r>
              <a:rPr lang="en-IN" sz="1200" b="1" dirty="0"/>
              <a:t>~41% lower UPL</a:t>
            </a:r>
            <a:r>
              <a:rPr lang="en-IN" sz="1200" dirty="0"/>
              <a:t>(</a:t>
            </a:r>
            <a:r>
              <a:rPr lang="en-IN" sz="1200" b="1" dirty="0"/>
              <a:t>5.04 s vs 8.62 s</a:t>
            </a:r>
            <a:r>
              <a:rPr lang="en-IN" sz="1200" dirty="0"/>
              <a:t>) owing to highly optimized specialized ASR and LLM modules. </a:t>
            </a:r>
          </a:p>
          <a:p>
            <a:r>
              <a:rPr lang="en-IN" sz="1200" b="1" dirty="0"/>
              <a:t>~79% higher text generation throughput</a:t>
            </a:r>
            <a:r>
              <a:rPr lang="en-IN" sz="1200" dirty="0"/>
              <a:t> (</a:t>
            </a:r>
            <a:r>
              <a:rPr lang="en-IN" sz="1200" b="1" dirty="0"/>
              <a:t>24.53 vs 13.73 tokens/s</a:t>
            </a:r>
            <a:r>
              <a:rPr lang="en-IN" sz="1200" dirty="0"/>
              <a:t>) and </a:t>
            </a:r>
            <a:r>
              <a:rPr lang="en-IN" sz="1200" b="1" dirty="0"/>
              <a:t>over 4× faster audio ingestion</a:t>
            </a:r>
            <a:r>
              <a:rPr lang="en-IN" sz="1200" dirty="0"/>
              <a:t> (</a:t>
            </a:r>
            <a:r>
              <a:rPr lang="en-IN" sz="1200" b="1" dirty="0"/>
              <a:t>173.5 vs 40.8 audio tokens/s</a:t>
            </a:r>
            <a:r>
              <a:rPr lang="en-IN" sz="1200" dirty="0"/>
              <a:t>), enabling significantly faster response generation. </a:t>
            </a:r>
          </a:p>
          <a:p>
            <a:r>
              <a:rPr lang="en-IN" sz="1200" dirty="0"/>
              <a:t>Cascaded processing caused </a:t>
            </a:r>
            <a:r>
              <a:rPr lang="en-IN" sz="1200" b="1" dirty="0"/>
              <a:t>acoustic error propagation</a:t>
            </a:r>
            <a:r>
              <a:rPr lang="en-IN" sz="1200" dirty="0"/>
              <a:t>, where medical transcription mistakes directly degraded downstream reasoning (e.g., ECG→ICP, </a:t>
            </a:r>
            <a:r>
              <a:rPr lang="en-IN" sz="1200" dirty="0" err="1"/>
              <a:t>Clopidogrel→"clubby</a:t>
            </a:r>
            <a:r>
              <a:rPr lang="en-IN" sz="1200" dirty="0"/>
              <a:t> dog rhythm"), and clinically unsafe responses in severe cases. </a:t>
            </a:r>
          </a:p>
          <a:p>
            <a:pPr marL="0" indent="0">
              <a:buNone/>
            </a:pPr>
            <a:r>
              <a:rPr lang="en-IN" sz="1800" b="1" dirty="0"/>
              <a:t>Pipeline 2 (Gemma Audio)</a:t>
            </a:r>
            <a:endParaRPr lang="en-IN" sz="1800" dirty="0"/>
          </a:p>
          <a:p>
            <a:r>
              <a:rPr lang="en-IN" sz="1200" dirty="0"/>
              <a:t>Overall transcription errors with </a:t>
            </a:r>
            <a:r>
              <a:rPr lang="en-IN" sz="1200" b="1" dirty="0"/>
              <a:t>~23% lower average WER</a:t>
            </a:r>
            <a:r>
              <a:rPr lang="en-IN" sz="1200" dirty="0"/>
              <a:t> (</a:t>
            </a:r>
            <a:r>
              <a:rPr lang="en-IN" sz="1200" b="1" dirty="0"/>
              <a:t>16.7% vs 21.6%</a:t>
            </a:r>
            <a:r>
              <a:rPr lang="en-IN" sz="1200" dirty="0"/>
              <a:t>) through joint speech understanding and reasoning. </a:t>
            </a:r>
          </a:p>
          <a:p>
            <a:r>
              <a:rPr lang="en-IN" sz="1200" dirty="0"/>
              <a:t>Produced noticeably </a:t>
            </a:r>
            <a:r>
              <a:rPr lang="en-IN" sz="1200" b="1" dirty="0"/>
              <a:t>more empathetic, context-aware and clinically safer responses</a:t>
            </a:r>
            <a:r>
              <a:rPr lang="en-IN" sz="1200" dirty="0"/>
              <a:t>, particularly during emergencies.</a:t>
            </a:r>
          </a:p>
          <a:p>
            <a:r>
              <a:rPr lang="en-IN" sz="1200" dirty="0"/>
              <a:t>The trade-off was </a:t>
            </a:r>
            <a:r>
              <a:rPr lang="en-IN" sz="1200" b="1" dirty="0"/>
              <a:t>~75% higher processing latency</a:t>
            </a:r>
            <a:r>
              <a:rPr lang="en-IN" sz="1200" dirty="0"/>
              <a:t>, primarily due to multimodal audio encoding and blocking XML-tag based response generation, making Time-To-First-Audio unsuitable for low-latency clinical deployment.</a:t>
            </a:r>
            <a:endParaRPr lang="en-US" sz="1200" b="0" strike="noStrike" spc="-1" dirty="0">
              <a:solidFill>
                <a:schemeClr val="dk1"/>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p:cNvSpPr>
          <p:nvPr>
            <p:ph type="title"/>
          </p:nvPr>
        </p:nvSpPr>
        <p:spPr>
          <a:xfrm>
            <a:off x="82440" y="1046880"/>
            <a:ext cx="8819640" cy="552960"/>
          </a:xfrm>
          <a:prstGeom prst="rect">
            <a:avLst/>
          </a:prstGeom>
          <a:noFill/>
          <a:ln w="0">
            <a:noFill/>
          </a:ln>
        </p:spPr>
        <p:txBody>
          <a:bodyPr lIns="0" tIns="12240" rIns="0" bIns="0" anchor="t">
            <a:noAutofit/>
          </a:bodyPr>
          <a:lstStyle/>
          <a:p>
            <a:r>
              <a:rPr lang="en-US" sz="3200" b="0" strike="noStrike" spc="-7" dirty="0">
                <a:solidFill>
                  <a:schemeClr val="dk1"/>
                </a:solidFill>
                <a:latin typeface="Calibri"/>
                <a:ea typeface="Calibri"/>
              </a:rPr>
              <a:t>Most memorable day/moment  of the internship</a:t>
            </a:r>
            <a:br>
              <a:rPr lang="en-US" sz="3200" b="0" strike="noStrike" spc="-7" dirty="0">
                <a:solidFill>
                  <a:schemeClr val="dk1"/>
                </a:solidFill>
                <a:latin typeface="Calibri"/>
                <a:ea typeface="Calibri"/>
              </a:rPr>
            </a:br>
            <a:br>
              <a:rPr lang="en-US" sz="1200" b="0" strike="noStrike" spc="-7" dirty="0">
                <a:solidFill>
                  <a:schemeClr val="dk1"/>
                </a:solidFill>
                <a:latin typeface="Calibri"/>
                <a:ea typeface="Calibri"/>
              </a:rPr>
            </a:br>
            <a:r>
              <a:rPr lang="en-IN" sz="1200" dirty="0"/>
              <a:t>On the very first day of the internship, I was introduced to the Speech AI domain and assigned the responsibility of researching State-of-the-Art multilingual ASR and Speech Language Models for healthcare applications. Since this was my first exposure to Speech AI and conversational voice systems, the problem initially seemed challenging.</a:t>
            </a:r>
            <a:br>
              <a:rPr lang="en-IN" sz="1200" dirty="0"/>
            </a:br>
            <a:r>
              <a:rPr lang="en-IN" sz="1200" dirty="0"/>
              <a:t>Over the following weeks, I independently explored research papers, GitHub repositories, technical documentation, benchmarking methodologies, and deployment architectures to understand how modern Speech AI systems operate. This journey gradually transformed an unfamiliar topic into one of my strongest learning experiences during the internship.</a:t>
            </a:r>
            <a:br>
              <a:rPr lang="en-IN" sz="1200" dirty="0"/>
            </a:br>
            <a:r>
              <a:rPr lang="en-IN" sz="1200" dirty="0"/>
              <a:t>What made the experience particularly memorable was realizing how research, engineering, and real-world healthcare requirements come together while designing AI systems intended for actual patient–doctor interactions. The opportunity to independently </a:t>
            </a:r>
            <a:r>
              <a:rPr lang="en-IN" sz="1200" dirty="0" err="1"/>
              <a:t>analyze</a:t>
            </a:r>
            <a:r>
              <a:rPr lang="en-IN" sz="1200" dirty="0"/>
              <a:t>, compare, and recommend production-ready architectures significantly strengthened my confidence in approaching new research problems and translating them into practical engineering solutions</a:t>
            </a:r>
            <a:br>
              <a:rPr lang="en-IN" sz="1200" dirty="0"/>
            </a:br>
            <a:br>
              <a:rPr lang="en-US" sz="1200" b="0" strike="noStrike" spc="-7" dirty="0">
                <a:solidFill>
                  <a:schemeClr val="dk1"/>
                </a:solidFill>
                <a:latin typeface="Calibri"/>
                <a:ea typeface="Calibri"/>
              </a:rPr>
            </a:br>
            <a:endParaRPr lang="en-US" sz="12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 name="PlaceHolder 1"/>
          <p:cNvSpPr>
            <a:spLocks noGrp="1"/>
          </p:cNvSpPr>
          <p:nvPr>
            <p:ph type="title"/>
          </p:nvPr>
        </p:nvSpPr>
        <p:spPr>
          <a:xfrm>
            <a:off x="144360" y="1616040"/>
            <a:ext cx="8345520" cy="1119240"/>
          </a:xfrm>
          <a:prstGeom prst="rect">
            <a:avLst/>
          </a:prstGeom>
          <a:noFill/>
          <a:ln w="0">
            <a:noFill/>
          </a:ln>
        </p:spPr>
        <p:txBody>
          <a:bodyPr lIns="0" tIns="12240" rIns="0" bIns="0" anchor="ctr">
            <a:noAutofit/>
          </a:bodyPr>
          <a:lstStyle/>
          <a:p>
            <a:pPr indent="0" defTabSz="914400">
              <a:lnSpc>
                <a:spcPct val="100000"/>
              </a:lnSpc>
              <a:buNone/>
              <a:tabLst>
                <a:tab pos="0" algn="l"/>
              </a:tabLst>
            </a:pPr>
            <a:r>
              <a:rPr lang="en-US" sz="2800" b="0" strike="noStrike" spc="-7">
                <a:solidFill>
                  <a:schemeClr val="dk1"/>
                </a:solidFill>
                <a:latin typeface="Calibri"/>
              </a:rPr>
              <a:t>Frame Choices - Photo with the mentor</a:t>
            </a:r>
            <a:br>
              <a:rPr sz="1600"/>
            </a:br>
            <a:r>
              <a:rPr lang="en-US" sz="1600" b="0" strike="noStrike" spc="-7">
                <a:solidFill>
                  <a:schemeClr val="dk1"/>
                </a:solidFill>
                <a:latin typeface="Calibri"/>
              </a:rPr>
              <a:t> </a:t>
            </a:r>
            <a:endParaRPr lang="en-US" sz="1600" b="0" strike="noStrike" spc="-1">
              <a:solidFill>
                <a:srgbClr val="000000"/>
              </a:solidFill>
              <a:latin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 name="TextBox 4"/>
          <p:cNvSpPr/>
          <p:nvPr/>
        </p:nvSpPr>
        <p:spPr>
          <a:xfrm>
            <a:off x="1801440" y="133920"/>
            <a:ext cx="5770800" cy="106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tabLst>
                <a:tab pos="0" algn="l"/>
              </a:tabLst>
            </a:pPr>
            <a:r>
              <a:rPr lang="en-US" sz="3200" b="0" strike="noStrike" spc="-7">
                <a:solidFill>
                  <a:schemeClr val="lt2"/>
                </a:solidFill>
                <a:latin typeface="Calibri"/>
              </a:rPr>
              <a:t>Photo with the mentor –Choice 1</a:t>
            </a:r>
            <a:endParaRPr lang="en-US" sz="3200" b="0" strike="noStrike" spc="-1">
              <a:solidFill>
                <a:srgbClr val="FFFFFF"/>
              </a:solidFill>
              <a:latin typeface="Arial"/>
            </a:endParaRPr>
          </a:p>
        </p:txBody>
      </p:sp>
      <p:sp>
        <p:nvSpPr>
          <p:cNvPr id="1126" name="PlaceHolder 1"/>
          <p:cNvSpPr>
            <a:spLocks noGrp="1"/>
          </p:cNvSpPr>
          <p:nvPr>
            <p:ph type="title"/>
          </p:nvPr>
        </p:nvSpPr>
        <p:spPr>
          <a:xfrm>
            <a:off x="3809880" y="1381320"/>
            <a:ext cx="5093280" cy="626760"/>
          </a:xfrm>
          <a:prstGeom prst="rect">
            <a:avLst/>
          </a:prstGeom>
          <a:noFill/>
          <a:ln w="0">
            <a:noFill/>
          </a:ln>
        </p:spPr>
        <p:txBody>
          <a:bodyPr lIns="91440" tIns="0" rIns="91440" bIns="45720" anchor="t">
            <a:noAutofit/>
          </a:bodyPr>
          <a:lstStyle/>
          <a:p>
            <a:pPr indent="0" defTabSz="914400">
              <a:lnSpc>
                <a:spcPct val="90000"/>
              </a:lnSpc>
              <a:buNone/>
              <a:tabLst>
                <a:tab pos="0" algn="l"/>
              </a:tabLst>
            </a:pPr>
            <a:r>
              <a:rPr lang="en-US" sz="1400" b="1" strike="noStrike" spc="-1">
                <a:solidFill>
                  <a:schemeClr val="lt1"/>
                </a:solidFill>
                <a:latin typeface="Calibri"/>
                <a:ea typeface="Calibri"/>
              </a:rPr>
              <a:t>Kindly ensure that photo is taken in outdoor setting and not inside TCS office </a:t>
            </a:r>
            <a:br>
              <a:rPr sz="1400"/>
            </a:br>
            <a:endParaRPr lang="en-US" sz="1400" b="0" strike="noStrike" spc="-1">
              <a:solidFill>
                <a:srgbClr val="FFFFFF"/>
              </a:solidFill>
              <a:latin typeface="Arial"/>
            </a:endParaRPr>
          </a:p>
        </p:txBody>
      </p:sp>
      <p:sp>
        <p:nvSpPr>
          <p:cNvPr id="1127" name="TextBox 11"/>
          <p:cNvSpPr/>
          <p:nvPr/>
        </p:nvSpPr>
        <p:spPr>
          <a:xfrm>
            <a:off x="333360" y="4343400"/>
            <a:ext cx="457092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200" b="1" strike="noStrike" spc="-1">
                <a:solidFill>
                  <a:schemeClr val="lt2"/>
                </a:solidFill>
                <a:latin typeface="Calibri Light"/>
              </a:rPr>
              <a:t>Intern name&gt;   with  &lt;Mentor name&gt;</a:t>
            </a:r>
            <a:endParaRPr lang="en-US" sz="1200" b="0" strike="noStrike" spc="-1">
              <a:solidFill>
                <a:srgbClr val="FFFFFF"/>
              </a:solidFill>
              <a:latin typeface="Arial"/>
            </a:endParaRPr>
          </a:p>
          <a:p>
            <a:pPr defTabSz="457200">
              <a:lnSpc>
                <a:spcPct val="100000"/>
              </a:lnSpc>
            </a:pPr>
            <a:r>
              <a:rPr lang="en-US" sz="1200" b="1" strike="noStrike" spc="-1">
                <a:solidFill>
                  <a:schemeClr val="lt2"/>
                </a:solidFill>
                <a:latin typeface="Calibri Light"/>
              </a:rPr>
              <a:t>	Creative Caption </a:t>
            </a:r>
            <a:endParaRPr lang="en-US" sz="1200" b="0" strike="noStrike" spc="-1">
              <a:solidFill>
                <a:srgbClr val="FFFFFF"/>
              </a:solidFill>
              <a:latin typeface="Arial"/>
            </a:endParaRPr>
          </a:p>
        </p:txBody>
      </p:sp>
      <p:pic>
        <p:nvPicPr>
          <p:cNvPr id="1128" name="Picture Placeholder 13"/>
          <p:cNvPicPr/>
          <p:nvPr/>
        </p:nvPicPr>
        <p:blipFill>
          <a:blip r:embed="rId2"/>
          <a:stretch/>
        </p:blipFill>
        <p:spPr>
          <a:xfrm>
            <a:off x="783360" y="1420920"/>
            <a:ext cx="2810520" cy="2810520"/>
          </a:xfrm>
          <a:prstGeom prst="rect">
            <a:avLst/>
          </a:prstGeom>
          <a:ln w="0">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p:cNvSpPr>
          <p:nvPr>
            <p:ph type="title"/>
          </p:nvPr>
        </p:nvSpPr>
        <p:spPr>
          <a:xfrm>
            <a:off x="3705840" y="1787040"/>
            <a:ext cx="5169960" cy="626760"/>
          </a:xfrm>
          <a:prstGeom prst="rect">
            <a:avLst/>
          </a:prstGeom>
          <a:noFill/>
          <a:ln w="0">
            <a:noFill/>
          </a:ln>
        </p:spPr>
        <p:txBody>
          <a:bodyPr lIns="91440" tIns="0" rIns="91440" bIns="45720" anchor="t">
            <a:noAutofit/>
          </a:bodyPr>
          <a:lstStyle/>
          <a:p>
            <a:pPr indent="0" defTabSz="914400">
              <a:lnSpc>
                <a:spcPct val="90000"/>
              </a:lnSpc>
              <a:buNone/>
              <a:tabLst>
                <a:tab pos="0" algn="l"/>
              </a:tabLst>
            </a:pPr>
            <a:r>
              <a:rPr lang="en-US" sz="1400" b="1" strike="noStrike" spc="-1">
                <a:solidFill>
                  <a:schemeClr val="dk1"/>
                </a:solidFill>
                <a:latin typeface="Calibri"/>
                <a:ea typeface="Calibri"/>
              </a:rPr>
              <a:t>Kindly ensure that photo is taken in outdoor setting and not inside TCS office </a:t>
            </a:r>
            <a:br>
              <a:rPr sz="1400"/>
            </a:br>
            <a:endParaRPr lang="en-US" sz="1400" b="0" strike="noStrike" spc="-1">
              <a:solidFill>
                <a:srgbClr val="000000"/>
              </a:solidFill>
              <a:latin typeface="Arial"/>
            </a:endParaRPr>
          </a:p>
        </p:txBody>
      </p:sp>
      <p:pic>
        <p:nvPicPr>
          <p:cNvPr id="1130" name="Picture Placeholder 2"/>
          <p:cNvPicPr/>
          <p:nvPr/>
        </p:nvPicPr>
        <p:blipFill>
          <a:blip r:embed="rId2"/>
          <a:stretch/>
        </p:blipFill>
        <p:spPr>
          <a:xfrm>
            <a:off x="783360" y="1420920"/>
            <a:ext cx="2810520" cy="2810520"/>
          </a:xfrm>
          <a:prstGeom prst="rect">
            <a:avLst/>
          </a:prstGeom>
          <a:ln w="0">
            <a:noFill/>
          </a:ln>
        </p:spPr>
      </p:pic>
      <p:sp>
        <p:nvSpPr>
          <p:cNvPr id="1131" name="TextBox 7"/>
          <p:cNvSpPr/>
          <p:nvPr/>
        </p:nvSpPr>
        <p:spPr>
          <a:xfrm>
            <a:off x="1209600" y="251280"/>
            <a:ext cx="5465160" cy="32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457200">
              <a:lnSpc>
                <a:spcPct val="100000"/>
              </a:lnSpc>
            </a:pPr>
            <a:r>
              <a:rPr lang="en-US" sz="3200" b="0" strike="noStrike" spc="-7">
                <a:solidFill>
                  <a:schemeClr val="dk1"/>
                </a:solidFill>
                <a:latin typeface="Calibri"/>
              </a:rPr>
              <a:t>Photo with the mentor Choice 2</a:t>
            </a:r>
            <a:endParaRPr lang="en-US" sz="3200" b="0" strike="noStrike" spc="-1">
              <a:solidFill>
                <a:srgbClr val="000000"/>
              </a:solidFill>
              <a:latin typeface="Arial"/>
            </a:endParaRPr>
          </a:p>
        </p:txBody>
      </p:sp>
      <p:sp>
        <p:nvSpPr>
          <p:cNvPr id="1132" name="TextBox 8"/>
          <p:cNvSpPr/>
          <p:nvPr/>
        </p:nvSpPr>
        <p:spPr>
          <a:xfrm>
            <a:off x="1533240" y="4516920"/>
            <a:ext cx="2542680" cy="668880"/>
          </a:xfrm>
          <a:prstGeom prst="rect">
            <a:avLst/>
          </a:prstGeom>
          <a:solidFill>
            <a:srgbClr val="FFFFFF"/>
          </a:solidFill>
          <a:ln>
            <a:solidFill>
              <a:srgbClr val="FFFFFF"/>
            </a:solidFill>
          </a:ln>
        </p:spPr>
        <p:style>
          <a:lnRef idx="2">
            <a:schemeClr val="accent5"/>
          </a:lnRef>
          <a:fillRef idx="1">
            <a:schemeClr val="lt1"/>
          </a:fillRef>
          <a:effectRef idx="0">
            <a:schemeClr val="accent5"/>
          </a:effectRef>
          <a:fontRef idx="minor"/>
        </p:style>
        <p:txBody>
          <a:bodyPr lIns="90000" tIns="45000" rIns="90000" bIns="45000" anchor="t">
            <a:spAutoFit/>
          </a:bodyPr>
          <a:lstStyle/>
          <a:p>
            <a:pPr defTabSz="457200">
              <a:lnSpc>
                <a:spcPct val="100000"/>
              </a:lnSpc>
            </a:pPr>
            <a:r>
              <a:rPr lang="en-US" sz="1200" b="1" strike="noStrike" spc="-1">
                <a:solidFill>
                  <a:schemeClr val="dk1"/>
                </a:solidFill>
                <a:latin typeface="Calibri Light"/>
              </a:rPr>
              <a:t>&lt;Intern name&gt;   with  &lt;Mentor name&gt;</a:t>
            </a:r>
            <a:endParaRPr lang="en-US" sz="1200" b="0" strike="noStrike" spc="-1">
              <a:solidFill>
                <a:srgbClr val="000000"/>
              </a:solidFill>
              <a:latin typeface="Arial"/>
            </a:endParaRPr>
          </a:p>
          <a:p>
            <a:pPr defTabSz="457200">
              <a:lnSpc>
                <a:spcPct val="100000"/>
              </a:lnSpc>
            </a:pPr>
            <a:r>
              <a:rPr lang="en-US" sz="1200" b="1" strike="noStrike" spc="-1">
                <a:solidFill>
                  <a:schemeClr val="dk1"/>
                </a:solidFill>
                <a:latin typeface="Calibri Light"/>
              </a:rPr>
              <a:t>	</a:t>
            </a:r>
            <a:r>
              <a:rPr lang="en-US" sz="1200" b="1" strike="noStrike" spc="-1">
                <a:solidFill>
                  <a:schemeClr val="dk1"/>
                </a:solidFill>
                <a:highlight>
                  <a:srgbClr val="FFFF00"/>
                </a:highlight>
                <a:latin typeface="Calibri Light"/>
              </a:rPr>
              <a:t>Creative Caption</a:t>
            </a:r>
            <a:r>
              <a:rPr lang="en-US" sz="1400" b="1" strike="noStrike" spc="-1">
                <a:solidFill>
                  <a:schemeClr val="dk1"/>
                </a:solidFill>
                <a:highlight>
                  <a:srgbClr val="FFFF00"/>
                </a:highlight>
                <a:latin typeface="Calibri Light"/>
              </a:rPr>
              <a:t> </a:t>
            </a:r>
            <a:endParaRPr lang="en-US" sz="1400" b="0" strike="noStrike" spc="-1">
              <a:solidFill>
                <a:srgbClr val="000000"/>
              </a:solidFill>
              <a:latin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 name="PlaceHolder 1"/>
          <p:cNvSpPr>
            <a:spLocks noGrp="1"/>
          </p:cNvSpPr>
          <p:nvPr>
            <p:ph/>
          </p:nvPr>
        </p:nvSpPr>
        <p:spPr>
          <a:xfrm>
            <a:off x="198000" y="1428840"/>
            <a:ext cx="3988080" cy="645120"/>
          </a:xfrm>
          <a:prstGeom prst="rect">
            <a:avLst/>
          </a:prstGeom>
          <a:noFill/>
          <a:ln w="0">
            <a:noFill/>
          </a:ln>
        </p:spPr>
        <p:txBody>
          <a:bodyPr lIns="90000" tIns="45000" rIns="90000" bIns="45000" anchor="t">
            <a:noAutofit/>
          </a:bodyPr>
          <a:lstStyle/>
          <a:p>
            <a:pPr indent="0" defTabSz="914400">
              <a:lnSpc>
                <a:spcPct val="90000"/>
              </a:lnSpc>
              <a:spcBef>
                <a:spcPts val="1001"/>
              </a:spcBef>
              <a:buNone/>
              <a:tabLst>
                <a:tab pos="0" algn="l"/>
              </a:tabLst>
            </a:pPr>
            <a:r>
              <a:rPr lang="en-US" sz="1400" b="1" strike="noStrike" spc="-1">
                <a:solidFill>
                  <a:schemeClr val="dk1"/>
                </a:solidFill>
                <a:latin typeface="Calibri"/>
                <a:ea typeface="Calibri"/>
              </a:rPr>
              <a:t>Kindly ensure that photo is taken in outdoor setting and not inside TCS office </a:t>
            </a:r>
            <a:br>
              <a:rPr sz="1400"/>
            </a:br>
            <a:endParaRPr lang="en-US" sz="1400" b="0" strike="noStrike" spc="-1">
              <a:solidFill>
                <a:srgbClr val="000000"/>
              </a:solidFill>
              <a:latin typeface="Arial"/>
            </a:endParaRPr>
          </a:p>
        </p:txBody>
      </p:sp>
      <p:pic>
        <p:nvPicPr>
          <p:cNvPr id="1134" name="Picture Placeholder 3"/>
          <p:cNvPicPr/>
          <p:nvPr/>
        </p:nvPicPr>
        <p:blipFill>
          <a:blip r:embed="rId3"/>
          <a:stretch/>
        </p:blipFill>
        <p:spPr>
          <a:xfrm>
            <a:off x="4894560" y="884880"/>
            <a:ext cx="3768120" cy="3771360"/>
          </a:xfrm>
          <a:prstGeom prst="rect">
            <a:avLst/>
          </a:prstGeom>
          <a:ln w="0">
            <a:noFill/>
          </a:ln>
        </p:spPr>
      </p:pic>
      <p:sp>
        <p:nvSpPr>
          <p:cNvPr id="1135" name="TextBox 5"/>
          <p:cNvSpPr/>
          <p:nvPr/>
        </p:nvSpPr>
        <p:spPr>
          <a:xfrm>
            <a:off x="3355200" y="4702680"/>
            <a:ext cx="2797200" cy="592920"/>
          </a:xfrm>
          <a:prstGeom prst="rect">
            <a:avLst/>
          </a:prstGeom>
          <a:solidFill>
            <a:srgbClr val="FFFFFF"/>
          </a:solidFill>
          <a:ln>
            <a:solidFill>
              <a:srgbClr val="FFFFFF"/>
            </a:solidFill>
          </a:ln>
        </p:spPr>
        <p:style>
          <a:lnRef idx="2">
            <a:schemeClr val="accent5"/>
          </a:lnRef>
          <a:fillRef idx="1">
            <a:schemeClr val="lt1"/>
          </a:fillRef>
          <a:effectRef idx="0">
            <a:schemeClr val="accent5"/>
          </a:effectRef>
          <a:fontRef idx="minor"/>
        </p:style>
        <p:txBody>
          <a:bodyPr lIns="90000" tIns="45000" rIns="90000" bIns="45000" anchor="t">
            <a:spAutoFit/>
          </a:bodyPr>
          <a:lstStyle/>
          <a:p>
            <a:pPr defTabSz="457200">
              <a:lnSpc>
                <a:spcPct val="100000"/>
              </a:lnSpc>
            </a:pPr>
            <a:r>
              <a:rPr lang="en-US" sz="1100" b="1" strike="noStrike" spc="-1">
                <a:solidFill>
                  <a:schemeClr val="dk1"/>
                </a:solidFill>
                <a:latin typeface="Calibri Light"/>
              </a:rPr>
              <a:t>&lt;Intern name&gt;   with  &lt;Mentor name&gt;</a:t>
            </a:r>
            <a:endParaRPr lang="en-US" sz="1100" b="0" strike="noStrike" spc="-1">
              <a:solidFill>
                <a:srgbClr val="000000"/>
              </a:solidFill>
              <a:latin typeface="Arial"/>
            </a:endParaRPr>
          </a:p>
          <a:p>
            <a:pPr defTabSz="457200">
              <a:lnSpc>
                <a:spcPct val="100000"/>
              </a:lnSpc>
            </a:pPr>
            <a:r>
              <a:rPr lang="en-US" sz="1100" b="1" strike="noStrike" spc="-1">
                <a:solidFill>
                  <a:schemeClr val="dk1"/>
                </a:solidFill>
                <a:latin typeface="Calibri Light"/>
              </a:rPr>
              <a:t>	</a:t>
            </a:r>
            <a:r>
              <a:rPr lang="en-US" sz="1100" b="1" strike="noStrike" spc="-1">
                <a:solidFill>
                  <a:schemeClr val="dk1"/>
                </a:solidFill>
                <a:highlight>
                  <a:srgbClr val="FFFF00"/>
                </a:highlight>
                <a:latin typeface="Calibri Light"/>
              </a:rPr>
              <a:t>Creative Caption </a:t>
            </a:r>
            <a:endParaRPr lang="en-US" sz="1100" b="0" strike="noStrike" spc="-1">
              <a:solidFill>
                <a:srgbClr val="000000"/>
              </a:solidFill>
              <a:latin typeface="Arial"/>
            </a:endParaRPr>
          </a:p>
        </p:txBody>
      </p:sp>
      <p:sp>
        <p:nvSpPr>
          <p:cNvPr id="1136" name="TextBox 7"/>
          <p:cNvSpPr/>
          <p:nvPr/>
        </p:nvSpPr>
        <p:spPr>
          <a:xfrm>
            <a:off x="1794600" y="211320"/>
            <a:ext cx="6365520" cy="54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457200">
              <a:lnSpc>
                <a:spcPct val="100000"/>
              </a:lnSpc>
            </a:pPr>
            <a:r>
              <a:rPr lang="en-US" sz="3200" b="0" strike="noStrike" spc="-7">
                <a:solidFill>
                  <a:schemeClr val="dk1"/>
                </a:solidFill>
                <a:latin typeface="Calibri"/>
              </a:rPr>
              <a:t>Photo with the mentor Choice 3</a:t>
            </a:r>
            <a:endParaRPr lang="en-US" sz="3200" b="0" strike="noStrike" spc="-1">
              <a:solidFill>
                <a:srgbClr val="000000"/>
              </a:solidFill>
              <a:latin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 name="PlaceHolder 1"/>
          <p:cNvSpPr>
            <a:spLocks noGrp="1"/>
          </p:cNvSpPr>
          <p:nvPr>
            <p:ph type="title"/>
          </p:nvPr>
        </p:nvSpPr>
        <p:spPr>
          <a:xfrm>
            <a:off x="2138040" y="111600"/>
            <a:ext cx="4742640" cy="552960"/>
          </a:xfrm>
          <a:prstGeom prst="rect">
            <a:avLst/>
          </a:prstGeom>
          <a:noFill/>
          <a:ln w="0">
            <a:noFill/>
          </a:ln>
        </p:spPr>
        <p:txBody>
          <a:bodyPr lIns="0" tIns="12240" rIns="0" bIns="0" anchor="t">
            <a:noAutofit/>
          </a:bodyPr>
          <a:lstStyle/>
          <a:p>
            <a:pPr indent="0" defTabSz="914400">
              <a:lnSpc>
                <a:spcPct val="100000"/>
              </a:lnSpc>
              <a:buNone/>
              <a:tabLst>
                <a:tab pos="0" algn="l"/>
              </a:tabLst>
            </a:pPr>
            <a:r>
              <a:rPr lang="en-US" sz="2800" b="0" strike="noStrike" spc="-7">
                <a:solidFill>
                  <a:schemeClr val="dk1"/>
                </a:solidFill>
                <a:latin typeface="Calibri"/>
              </a:rPr>
              <a:t>HR Mapping Location Wise </a:t>
            </a:r>
            <a:endParaRPr lang="en-US" sz="2800" b="0" strike="noStrike" spc="-1">
              <a:solidFill>
                <a:srgbClr val="000000"/>
              </a:solidFill>
              <a:latin typeface="Arial"/>
            </a:endParaRPr>
          </a:p>
        </p:txBody>
      </p:sp>
      <p:sp>
        <p:nvSpPr>
          <p:cNvPr id="1138" name="TextBox 6"/>
          <p:cNvSpPr/>
          <p:nvPr/>
        </p:nvSpPr>
        <p:spPr>
          <a:xfrm>
            <a:off x="219960" y="3258720"/>
            <a:ext cx="504540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strike="noStrike" spc="-1">
                <a:solidFill>
                  <a:schemeClr val="dk1"/>
                </a:solidFill>
                <a:latin typeface="Calibri"/>
              </a:rPr>
              <a:t>Overall event coordination - Nidhi</a:t>
            </a:r>
            <a:endParaRPr lang="en-US" sz="1400" b="0" strike="noStrike" spc="-1">
              <a:solidFill>
                <a:srgbClr val="000000"/>
              </a:solidFill>
              <a:latin typeface="Arial"/>
            </a:endParaRPr>
          </a:p>
          <a:p>
            <a:pPr defTabSz="457200">
              <a:lnSpc>
                <a:spcPct val="100000"/>
              </a:lnSpc>
            </a:pPr>
            <a:r>
              <a:rPr lang="en-US" sz="1400" b="0" strike="noStrike" spc="-1">
                <a:solidFill>
                  <a:schemeClr val="dk1"/>
                </a:solidFill>
                <a:latin typeface="Calibri"/>
              </a:rPr>
              <a:t>Talent/culture showcase coordination– Rachna</a:t>
            </a:r>
            <a:endParaRPr lang="en-US" sz="1400" b="0" strike="noStrike" spc="-1">
              <a:solidFill>
                <a:srgbClr val="000000"/>
              </a:solidFill>
              <a:latin typeface="Arial"/>
            </a:endParaRPr>
          </a:p>
        </p:txBody>
      </p:sp>
      <p:graphicFrame>
        <p:nvGraphicFramePr>
          <p:cNvPr id="1139" name="Table 12"/>
          <p:cNvGraphicFramePr/>
          <p:nvPr/>
        </p:nvGraphicFramePr>
        <p:xfrm>
          <a:off x="268200" y="933840"/>
          <a:ext cx="3849480" cy="2936400"/>
        </p:xfrm>
        <a:graphic>
          <a:graphicData uri="http://schemas.openxmlformats.org/drawingml/2006/table">
            <a:tbl>
              <a:tblPr/>
              <a:tblGrid>
                <a:gridCol w="641520">
                  <a:extLst>
                    <a:ext uri="{9D8B030D-6E8A-4147-A177-3AD203B41FA5}">
                      <a16:colId xmlns:a16="http://schemas.microsoft.com/office/drawing/2014/main" val="20000"/>
                    </a:ext>
                  </a:extLst>
                </a:gridCol>
                <a:gridCol w="863640">
                  <a:extLst>
                    <a:ext uri="{9D8B030D-6E8A-4147-A177-3AD203B41FA5}">
                      <a16:colId xmlns:a16="http://schemas.microsoft.com/office/drawing/2014/main" val="20001"/>
                    </a:ext>
                  </a:extLst>
                </a:gridCol>
                <a:gridCol w="1003680">
                  <a:extLst>
                    <a:ext uri="{9D8B030D-6E8A-4147-A177-3AD203B41FA5}">
                      <a16:colId xmlns:a16="http://schemas.microsoft.com/office/drawing/2014/main" val="20002"/>
                    </a:ext>
                  </a:extLst>
                </a:gridCol>
                <a:gridCol w="1340640">
                  <a:extLst>
                    <a:ext uri="{9D8B030D-6E8A-4147-A177-3AD203B41FA5}">
                      <a16:colId xmlns:a16="http://schemas.microsoft.com/office/drawing/2014/main" val="20003"/>
                    </a:ext>
                  </a:extLst>
                </a:gridCol>
              </a:tblGrid>
              <a:tr h="185400">
                <a:tc>
                  <a:txBody>
                    <a:bodyPr/>
                    <a:lstStyle/>
                    <a:p>
                      <a:pPr algn="ctr" defTabSz="914400">
                        <a:lnSpc>
                          <a:spcPct val="100000"/>
                        </a:lnSpc>
                      </a:pPr>
                      <a:r>
                        <a:rPr lang="en-US" sz="1200" b="1" strike="noStrike" spc="-1">
                          <a:solidFill>
                            <a:srgbClr val="000000"/>
                          </a:solidFill>
                          <a:latin typeface="Calibri"/>
                        </a:rPr>
                        <a:t>S.no</a:t>
                      </a:r>
                      <a:endParaRPr lang="en-US" sz="12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FFFF00"/>
                    </a:solidFill>
                  </a:tcPr>
                </a:tc>
                <a:tc>
                  <a:txBody>
                    <a:bodyPr/>
                    <a:lstStyle/>
                    <a:p>
                      <a:pPr defTabSz="914400">
                        <a:lnSpc>
                          <a:spcPct val="100000"/>
                        </a:lnSpc>
                      </a:pPr>
                      <a:r>
                        <a:rPr lang="en-US" sz="1200" b="1" strike="noStrike" spc="-1">
                          <a:solidFill>
                            <a:srgbClr val="000000"/>
                          </a:solidFill>
                          <a:latin typeface="Calibri"/>
                        </a:rPr>
                        <a:t>Location</a:t>
                      </a:r>
                      <a:endParaRPr lang="en-US" sz="12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FFFF00"/>
                    </a:solidFill>
                  </a:tcPr>
                </a:tc>
                <a:tc>
                  <a:txBody>
                    <a:bodyPr/>
                    <a:lstStyle/>
                    <a:p>
                      <a:pPr defTabSz="914400">
                        <a:lnSpc>
                          <a:spcPct val="100000"/>
                        </a:lnSpc>
                      </a:pPr>
                      <a:r>
                        <a:rPr lang="en-US" sz="1200" b="1" strike="noStrike" spc="-1">
                          <a:solidFill>
                            <a:srgbClr val="000000"/>
                          </a:solidFill>
                          <a:latin typeface="Calibri"/>
                        </a:rPr>
                        <a:t>HR SPOC</a:t>
                      </a:r>
                      <a:endParaRPr lang="en-US" sz="12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FFFF00"/>
                    </a:solidFill>
                  </a:tcPr>
                </a:tc>
                <a:tc>
                  <a:txBody>
                    <a:bodyPr/>
                    <a:lstStyle/>
                    <a:p>
                      <a:pPr defTabSz="914400">
                        <a:lnSpc>
                          <a:spcPct val="100000"/>
                        </a:lnSpc>
                      </a:pPr>
                      <a:r>
                        <a:rPr lang="en-US" sz="1200" b="1" strike="noStrike" spc="-1">
                          <a:solidFill>
                            <a:srgbClr val="000000"/>
                          </a:solidFill>
                          <a:latin typeface="Calibri"/>
                        </a:rPr>
                        <a:t>Mode of the Event</a:t>
                      </a:r>
                      <a:endParaRPr lang="en-US" sz="12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FFFF00"/>
                    </a:solidFill>
                  </a:tcPr>
                </a:tc>
                <a:extLst>
                  <a:ext uri="{0D108BD9-81ED-4DB2-BD59-A6C34878D82A}">
                    <a16:rowId xmlns:a16="http://schemas.microsoft.com/office/drawing/2014/main" val="10000"/>
                  </a:ext>
                </a:extLst>
              </a:tr>
              <a:tr h="173520">
                <a:tc>
                  <a:txBody>
                    <a:bodyPr/>
                    <a:lstStyle/>
                    <a:p>
                      <a:pPr algn="ctr" defTabSz="914400">
                        <a:lnSpc>
                          <a:spcPct val="100000"/>
                        </a:lnSpc>
                      </a:pPr>
                      <a:r>
                        <a:rPr lang="en-US" sz="1100" b="0" strike="noStrike" spc="-1">
                          <a:solidFill>
                            <a:srgbClr val="000000"/>
                          </a:solidFill>
                          <a:latin typeface="Calibri"/>
                        </a:rPr>
                        <a:t>1</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Chennai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 Dharani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345600">
                <a:tc>
                  <a:txBody>
                    <a:bodyPr/>
                    <a:lstStyle/>
                    <a:p>
                      <a:pPr algn="ctr" defTabSz="914400">
                        <a:lnSpc>
                          <a:spcPct val="100000"/>
                        </a:lnSpc>
                      </a:pPr>
                      <a:r>
                        <a:rPr lang="en-US" sz="1100" b="0" strike="noStrike" spc="-1">
                          <a:solidFill>
                            <a:srgbClr val="000000"/>
                          </a:solidFill>
                          <a:latin typeface="Calibri"/>
                        </a:rPr>
                        <a:t>2</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Bangalore</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br>
                        <a:rPr sz="1100"/>
                      </a:br>
                      <a:r>
                        <a:rPr lang="en-US" sz="1100" b="0" strike="noStrike" spc="-1">
                          <a:solidFill>
                            <a:srgbClr val="000000"/>
                          </a:solidFill>
                          <a:latin typeface="Calibri"/>
                        </a:rPr>
                        <a:t>Lokeshwaran </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2"/>
                  </a:ext>
                </a:extLst>
              </a:tr>
              <a:tr h="345600">
                <a:tc>
                  <a:txBody>
                    <a:bodyPr/>
                    <a:lstStyle/>
                    <a:p>
                      <a:pPr algn="ctr" defTabSz="914400">
                        <a:lnSpc>
                          <a:spcPct val="100000"/>
                        </a:lnSpc>
                      </a:pPr>
                      <a:r>
                        <a:rPr lang="en-US" sz="1100" b="0" strike="noStrike" spc="-1">
                          <a:solidFill>
                            <a:srgbClr val="000000"/>
                          </a:solidFill>
                          <a:latin typeface="Calibri"/>
                        </a:rPr>
                        <a:t>3</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Hyderabad</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Sravani Sree Gopi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173520">
                <a:tc>
                  <a:txBody>
                    <a:bodyPr/>
                    <a:lstStyle/>
                    <a:p>
                      <a:pPr algn="ctr" defTabSz="914400">
                        <a:lnSpc>
                          <a:spcPct val="100000"/>
                        </a:lnSpc>
                      </a:pPr>
                      <a:r>
                        <a:rPr lang="en-US" sz="1100" b="0" strike="noStrike" spc="-1">
                          <a:solidFill>
                            <a:srgbClr val="000000"/>
                          </a:solidFill>
                          <a:latin typeface="Calibri"/>
                        </a:rPr>
                        <a:t>4</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Kolkata</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Suvodip Sarkar</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4"/>
                  </a:ext>
                </a:extLst>
              </a:tr>
              <a:tr h="173520">
                <a:tc>
                  <a:txBody>
                    <a:bodyPr/>
                    <a:lstStyle/>
                    <a:p>
                      <a:pPr algn="ctr" defTabSz="914400">
                        <a:lnSpc>
                          <a:spcPct val="100000"/>
                        </a:lnSpc>
                      </a:pPr>
                      <a:r>
                        <a:rPr lang="en-US" sz="1100" b="0" strike="noStrike" spc="-1">
                          <a:solidFill>
                            <a:srgbClr val="000000"/>
                          </a:solidFill>
                          <a:latin typeface="Calibri"/>
                        </a:rPr>
                        <a:t>5</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Pune</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Venkat</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173520">
                <a:tc>
                  <a:txBody>
                    <a:bodyPr/>
                    <a:lstStyle/>
                    <a:p>
                      <a:pPr algn="ctr" defTabSz="914400">
                        <a:lnSpc>
                          <a:spcPct val="100000"/>
                        </a:lnSpc>
                      </a:pPr>
                      <a:r>
                        <a:rPr lang="en-US" sz="1100" b="0" strike="noStrike" spc="-1">
                          <a:solidFill>
                            <a:srgbClr val="000000"/>
                          </a:solidFill>
                          <a:latin typeface="Calibri"/>
                        </a:rPr>
                        <a:t>6</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Delhi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Rini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6"/>
                  </a:ext>
                </a:extLst>
              </a:tr>
              <a:tr h="173520">
                <a:tc>
                  <a:txBody>
                    <a:bodyPr/>
                    <a:lstStyle/>
                    <a:p>
                      <a:pPr algn="ctr" defTabSz="914400">
                        <a:lnSpc>
                          <a:spcPct val="100000"/>
                        </a:lnSpc>
                      </a:pPr>
                      <a:r>
                        <a:rPr lang="en-US" sz="1100" b="0" strike="noStrike" spc="-1">
                          <a:solidFill>
                            <a:srgbClr val="000000"/>
                          </a:solidFill>
                          <a:latin typeface="Calibri"/>
                        </a:rPr>
                        <a:t>7</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Mumbai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Aarti</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In person</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517680">
                <a:tc>
                  <a:txBody>
                    <a:bodyPr/>
                    <a:lstStyle/>
                    <a:p>
                      <a:pPr algn="ctr" defTabSz="914400">
                        <a:lnSpc>
                          <a:spcPct val="100000"/>
                        </a:lnSpc>
                      </a:pPr>
                      <a:r>
                        <a:rPr lang="en-US" sz="1100" b="0" strike="noStrike" spc="-1">
                          <a:solidFill>
                            <a:srgbClr val="000000"/>
                          </a:solidFill>
                          <a:latin typeface="Calibri"/>
                        </a:rPr>
                        <a:t>8</a:t>
                      </a:r>
                      <a:endParaRPr lang="en-US" sz="1100" b="0" strike="noStrike" spc="-1">
                        <a:solidFill>
                          <a:srgbClr val="000000"/>
                        </a:solidFill>
                        <a:latin typeface="Arial"/>
                      </a:endParaRPr>
                    </a:p>
                  </a:txBody>
                  <a:tcPr marL="3600" marR="3600" anchor="b">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Kochin &amp; Bhuvneshwar </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Lokeshwaran and Suvodip</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defTabSz="914400">
                        <a:lnSpc>
                          <a:spcPct val="100000"/>
                        </a:lnSpc>
                      </a:pPr>
                      <a:r>
                        <a:rPr lang="en-US" sz="1100" b="0" strike="noStrike" spc="-1">
                          <a:solidFill>
                            <a:srgbClr val="000000"/>
                          </a:solidFill>
                          <a:latin typeface="Calibri"/>
                        </a:rPr>
                        <a:t>Online </a:t>
                      </a:r>
                      <a:br>
                        <a:rPr sz="1100"/>
                      </a:br>
                      <a:r>
                        <a:rPr lang="en-US" sz="1100" b="0" strike="noStrike" spc="-1">
                          <a:solidFill>
                            <a:srgbClr val="000000"/>
                          </a:solidFill>
                          <a:latin typeface="Calibri"/>
                        </a:rPr>
                        <a:t>Kochin- with Chennai</a:t>
                      </a:r>
                      <a:br>
                        <a:rPr sz="1100"/>
                      </a:br>
                      <a:r>
                        <a:rPr lang="en-US" sz="1100" b="0" strike="noStrike" spc="-1">
                          <a:solidFill>
                            <a:srgbClr val="000000"/>
                          </a:solidFill>
                          <a:latin typeface="Calibri"/>
                        </a:rPr>
                        <a:t>Bhuvneshwar- Kolkata </a:t>
                      </a:r>
                      <a:endParaRPr lang="en-US" sz="1100" b="0" strike="noStrike" spc="-1">
                        <a:solidFill>
                          <a:srgbClr val="000000"/>
                        </a:solidFill>
                        <a:latin typeface="Arial"/>
                      </a:endParaRPr>
                    </a:p>
                  </a:txBody>
                  <a:tcPr marL="3600" marR="36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0" name="PlaceHolder 1"/>
          <p:cNvSpPr>
            <a:spLocks noGrp="1"/>
          </p:cNvSpPr>
          <p:nvPr>
            <p:ph type="title"/>
          </p:nvPr>
        </p:nvSpPr>
        <p:spPr>
          <a:xfrm>
            <a:off x="277920" y="1937520"/>
            <a:ext cx="5009400" cy="503640"/>
          </a:xfrm>
          <a:prstGeom prst="rect">
            <a:avLst/>
          </a:prstGeom>
          <a:noFill/>
          <a:ln w="0">
            <a:noFill/>
          </a:ln>
        </p:spPr>
        <p:txBody>
          <a:bodyPr lIns="0" tIns="12240" rIns="0" bIns="0" anchor="ctr">
            <a:noAutofit/>
          </a:bodyPr>
          <a:lstStyle/>
          <a:p>
            <a:pPr indent="0" defTabSz="914400">
              <a:lnSpc>
                <a:spcPct val="100000"/>
              </a:lnSpc>
              <a:buNone/>
              <a:tabLst>
                <a:tab pos="0" algn="l"/>
              </a:tabLst>
            </a:pPr>
            <a:r>
              <a:rPr lang="en-US" sz="3200" b="0" strike="noStrike" spc="-7">
                <a:solidFill>
                  <a:schemeClr val="dk1"/>
                </a:solidFill>
                <a:latin typeface="Calibri"/>
              </a:rPr>
              <a:t>Thank You</a:t>
            </a:r>
            <a:endParaRPr lang="en-US" sz="32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1_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1_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1_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0.xml><?xml version="1.0" encoding="utf-8"?>
<a:theme xmlns:a="http://schemas.openxmlformats.org/drawingml/2006/main"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1.xml><?xml version="1.0" encoding="utf-8"?>
<a:theme xmlns:a="http://schemas.openxmlformats.org/drawingml/2006/main"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2.xml><?xml version="1.0" encoding="utf-8"?>
<a:theme xmlns:a="http://schemas.openxmlformats.org/drawingml/2006/main"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3.xml><?xml version="1.0" encoding="utf-8"?>
<a:theme xmlns:a="http://schemas.openxmlformats.org/drawingml/2006/main"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Template>1. TCS PowerPoint Template</Template>
  <TotalTime>946</TotalTime>
  <Words>1031</Words>
  <Application>Microsoft Office PowerPoint</Application>
  <PresentationFormat>On-screen Show (16:9)</PresentationFormat>
  <Paragraphs>140</Paragraphs>
  <Slides>14</Slides>
  <Notes>3</Notes>
  <HiddenSlides>0</HiddenSlides>
  <MMClips>0</MMClips>
  <ScaleCrop>false</ScaleCrop>
  <HeadingPairs>
    <vt:vector size="6" baseType="variant">
      <vt:variant>
        <vt:lpstr>Fonts Used</vt:lpstr>
      </vt:variant>
      <vt:variant>
        <vt:i4>8</vt:i4>
      </vt:variant>
      <vt:variant>
        <vt:lpstr>Theme</vt:lpstr>
      </vt:variant>
      <vt:variant>
        <vt:i4>23</vt:i4>
      </vt:variant>
      <vt:variant>
        <vt:lpstr>Slide Titles</vt:lpstr>
      </vt:variant>
      <vt:variant>
        <vt:i4>14</vt:i4>
      </vt:variant>
    </vt:vector>
  </HeadingPairs>
  <TitlesOfParts>
    <vt:vector size="45" baseType="lpstr">
      <vt:lpstr>Aptos</vt:lpstr>
      <vt:lpstr>Arial</vt:lpstr>
      <vt:lpstr>Calibri</vt:lpstr>
      <vt:lpstr>Calibri Light</vt:lpstr>
      <vt:lpstr>Segoe UI</vt:lpstr>
      <vt:lpstr>Symbol</vt:lpstr>
      <vt:lpstr>Times New Roman</vt:lpstr>
      <vt:lpstr>Wingdings</vt:lpstr>
      <vt:lpstr>Content Slide_White</vt:lpstr>
      <vt:lpstr>Content Slide_White</vt:lpstr>
      <vt:lpstr>Content Slide_White</vt:lpstr>
      <vt:lpstr>Content Slide_White</vt:lpstr>
      <vt:lpstr>Content Slide_White</vt:lpstr>
      <vt:lpstr>1_Content Slide_White</vt:lpstr>
      <vt:lpstr>1_Content Slide_White</vt:lpstr>
      <vt:lpstr>1_Content Slide_White</vt:lpstr>
      <vt:lpstr>1_Content Slide_White</vt:lpstr>
      <vt:lpstr>1_Content Slide_White</vt:lpstr>
      <vt:lpstr>1_Content Slide_White</vt:lpstr>
      <vt:lpstr>Title Slide</vt:lpstr>
      <vt:lpstr>Title Slide</vt:lpstr>
      <vt:lpstr>Title Slide</vt:lpstr>
      <vt:lpstr>1_Title Slide</vt:lpstr>
      <vt:lpstr>1_Title Slide</vt:lpstr>
      <vt:lpstr>1_Title Slide</vt:lpstr>
      <vt:lpstr>Image Holder Slide</vt:lpstr>
      <vt:lpstr>Image Holder Slide</vt:lpstr>
      <vt:lpstr>1_Image Holder Slide</vt:lpstr>
      <vt:lpstr>1_Image Holder Slide</vt:lpstr>
      <vt:lpstr>1_Image Holder Slide</vt:lpstr>
      <vt:lpstr>1_Image Holder Slide</vt:lpstr>
      <vt:lpstr>R&amp;I Interns Day – Evaluation Metrics</vt:lpstr>
      <vt:lpstr>R&amp;I Interns Day – Evaluation Metrics</vt:lpstr>
      <vt:lpstr>Format for project work presentation</vt:lpstr>
      <vt:lpstr>Project Title</vt:lpstr>
      <vt:lpstr>Project Details </vt:lpstr>
      <vt:lpstr>PowerPoint Presentation</vt:lpstr>
      <vt:lpstr>Outcome &amp; Learnings</vt:lpstr>
      <vt:lpstr>Most memorable day/moment  of the internship  On the very first day of the internship, I was introduced to the Speech AI domain and assigned the responsibility of researching State-of-the-Art multilingual ASR and Speech Language Models for healthcare applications. Since this was my first exposure to Speech AI and conversational voice systems, the problem initially seemed challenging. Over the following weeks, I independently explored research papers, GitHub repositories, technical documentation, benchmarking methodologies, and deployment architectures to understand how modern Speech AI systems operate. This journey gradually transformed an unfamiliar topic into one of my strongest learning experiences during the internship. What made the experience particularly memorable was realizing how research, engineering, and real-world healthcare requirements come together while designing AI systems intended for actual patient–doctor interactions. The opportunity to independently analyze, compare, and recommend production-ready architectures significantly strengthened my confidence in approaching new research problems and translating them into practical engineering solutions  </vt:lpstr>
      <vt:lpstr>Frame Choices - Photo with the mentor  </vt:lpstr>
      <vt:lpstr>Kindly ensure that photo is taken in outdoor setting and not inside TCS office  </vt:lpstr>
      <vt:lpstr>Kindly ensure that photo is taken in outdoor setting and not inside TCS office  </vt:lpstr>
      <vt:lpstr>PowerPoint Presentation</vt:lpstr>
      <vt:lpstr>HR Mapping Location Wise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Nidhi Lamba</dc:creator>
  <dc:description/>
  <cp:lastModifiedBy>Atreyee Das</cp:lastModifiedBy>
  <cp:revision>9</cp:revision>
  <dcterms:created xsi:type="dcterms:W3CDTF">2026-06-30T08:19:45Z</dcterms:created>
  <dcterms:modified xsi:type="dcterms:W3CDTF">2026-07-09T03:37:02Z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0x01010081F429409C18204B8E50994481C8BE12</vt:lpwstr>
  </property>
  <property fmtid="{D5CDD505-2E9C-101B-9397-08002B2CF9AE}" pid="3" name="Notes">
    <vt:i4>3</vt:i4>
  </property>
  <property fmtid="{D5CDD505-2E9C-101B-9397-08002B2CF9AE}" pid="4" name="PresentationFormat">
    <vt:lpwstr>On-screen Show (16:9)</vt:lpwstr>
  </property>
  <property fmtid="{D5CDD505-2E9C-101B-9397-08002B2CF9AE}" pid="5" name="Slides">
    <vt:i4>14</vt:i4>
  </property>
</Properties>
</file>